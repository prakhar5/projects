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3"/>
  </p:notesMasterIdLst>
  <p:handoutMasterIdLst>
    <p:handoutMasterId r:id="rId24"/>
  </p:handoutMasterIdLst>
  <p:sldIdLst>
    <p:sldId id="256" r:id="rId5"/>
    <p:sldId id="268" r:id="rId6"/>
    <p:sldId id="259" r:id="rId7"/>
    <p:sldId id="260" r:id="rId8"/>
    <p:sldId id="269" r:id="rId9"/>
    <p:sldId id="271" r:id="rId10"/>
    <p:sldId id="272" r:id="rId11"/>
    <p:sldId id="262" r:id="rId12"/>
    <p:sldId id="263" r:id="rId13"/>
    <p:sldId id="265" r:id="rId14"/>
    <p:sldId id="273" r:id="rId15"/>
    <p:sldId id="275" r:id="rId16"/>
    <p:sldId id="276" r:id="rId17"/>
    <p:sldId id="277" r:id="rId18"/>
    <p:sldId id="279" r:id="rId19"/>
    <p:sldId id="274" r:id="rId20"/>
    <p:sldId id="278"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pos="597" userDrawn="1">
          <p15:clr>
            <a:srgbClr val="A4A3A4"/>
          </p15:clr>
        </p15:guide>
        <p15:guide id="4"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14067"/>
    <a:srgbClr val="3F3F3F"/>
    <a:srgbClr val="014E7D"/>
    <a:srgbClr val="013657"/>
    <a:srgbClr val="01456F"/>
    <a:srgbClr val="014B79"/>
    <a:srgbClr val="0937C9"/>
    <a:srgbClr val="002774"/>
    <a:srgbClr val="929A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674" autoAdjust="0"/>
  </p:normalViewPr>
  <p:slideViewPr>
    <p:cSldViewPr snapToGrid="0" showGuides="1">
      <p:cViewPr varScale="1">
        <p:scale>
          <a:sx n="88" d="100"/>
          <a:sy n="88" d="100"/>
        </p:scale>
        <p:origin x="499" y="62"/>
      </p:cViewPr>
      <p:guideLst>
        <p:guide pos="3840"/>
        <p:guide pos="597"/>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BEDA40-91A9-49DC-B402-0EBE674AA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8CBB508-5589-42E7-A433-D119AC0FFB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2BFC85-49E4-447A-A7E3-16153CB2FE2A}" type="datetimeFigureOut">
              <a:rPr lang="en-US" smtClean="0"/>
              <a:t>5/3/2019</a:t>
            </a:fld>
            <a:endParaRPr lang="en-US" dirty="0"/>
          </a:p>
        </p:txBody>
      </p:sp>
      <p:sp>
        <p:nvSpPr>
          <p:cNvPr id="4" name="Footer Placeholder 3">
            <a:extLst>
              <a:ext uri="{FF2B5EF4-FFF2-40B4-BE49-F238E27FC236}">
                <a16:creationId xmlns:a16="http://schemas.microsoft.com/office/drawing/2014/main" id="{E9232ABA-B33A-4B3B-8412-C1773FBF3D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AB1832E-3B48-42CB-80A7-CD8E48D52D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1072A3-100F-40A9-915F-8D2D9E6962D8}" type="slidenum">
              <a:rPr lang="en-US" smtClean="0"/>
              <a:t>‹#›</a:t>
            </a:fld>
            <a:endParaRPr lang="en-US" dirty="0"/>
          </a:p>
        </p:txBody>
      </p:sp>
    </p:spTree>
    <p:extLst>
      <p:ext uri="{BB962C8B-B14F-4D97-AF65-F5344CB8AC3E}">
        <p14:creationId xmlns:p14="http://schemas.microsoft.com/office/powerpoint/2010/main" val="5135371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71B50E-4C60-4F9E-B773-52059170945B}" type="datetimeFigureOut">
              <a:rPr lang="en-US" noProof="0" smtClean="0"/>
              <a:t>5/3/2019</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230CFA-805A-4FD3-B3A0-DAAA5993DA17}" type="slidenum">
              <a:rPr lang="en-US" noProof="0" smtClean="0"/>
              <a:t>‹#›</a:t>
            </a:fld>
            <a:endParaRPr lang="en-US" noProof="0" dirty="0"/>
          </a:p>
        </p:txBody>
      </p:sp>
    </p:spTree>
    <p:extLst>
      <p:ext uri="{BB962C8B-B14F-4D97-AF65-F5344CB8AC3E}">
        <p14:creationId xmlns:p14="http://schemas.microsoft.com/office/powerpoint/2010/main" val="798927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11" name="Right Triangle 10">
            <a:extLst>
              <a:ext uri="{FF2B5EF4-FFF2-40B4-BE49-F238E27FC236}">
                <a16:creationId xmlns:a16="http://schemas.microsoft.com/office/drawing/2014/main" id="{037924D2-2AB4-4BE1-9687-836615C72DFC}"/>
              </a:ext>
            </a:extLst>
          </p:cNvPr>
          <p:cNvSpPr/>
          <p:nvPr userDrawn="1"/>
        </p:nvSpPr>
        <p:spPr>
          <a:xfrm flipV="1">
            <a:off x="0" y="-6"/>
            <a:ext cx="10625328" cy="5404110"/>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Connector 15">
            <a:extLst>
              <a:ext uri="{FF2B5EF4-FFF2-40B4-BE49-F238E27FC236}">
                <a16:creationId xmlns:a16="http://schemas.microsoft.com/office/drawing/2014/main" id="{A93BC534-BFA1-4292-899F-03AC711BF7C5}"/>
              </a:ext>
            </a:extLst>
          </p:cNvPr>
          <p:cNvCxnSpPr>
            <a:cxnSpLocks/>
          </p:cNvCxnSpPr>
          <p:nvPr userDrawn="1"/>
        </p:nvCxnSpPr>
        <p:spPr>
          <a:xfrm flipV="1">
            <a:off x="0" y="0"/>
            <a:ext cx="6030686" cy="3004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5" name="Picture Placeholder 24">
            <a:extLst>
              <a:ext uri="{FF2B5EF4-FFF2-40B4-BE49-F238E27FC236}">
                <a16:creationId xmlns:a16="http://schemas.microsoft.com/office/drawing/2014/main" id="{73B47EE6-EDE6-4881-B456-B37D9C1ADE38}"/>
              </a:ext>
            </a:extLst>
          </p:cNvPr>
          <p:cNvSpPr>
            <a:spLocks noGrp="1"/>
          </p:cNvSpPr>
          <p:nvPr>
            <p:ph type="pic" sz="quarter" idx="13"/>
          </p:nvPr>
        </p:nvSpPr>
        <p:spPr>
          <a:xfrm>
            <a:off x="1683398" y="860944"/>
            <a:ext cx="4428523" cy="5137089"/>
          </a:xfrm>
          <a:custGeom>
            <a:avLst/>
            <a:gdLst>
              <a:gd name="connsiteX0" fmla="*/ 2214261 w 4428523"/>
              <a:gd name="connsiteY0" fmla="*/ 0 h 5137089"/>
              <a:gd name="connsiteX1" fmla="*/ 4428523 w 4428523"/>
              <a:gd name="connsiteY1" fmla="*/ 1107131 h 5137089"/>
              <a:gd name="connsiteX2" fmla="*/ 4428523 w 4428523"/>
              <a:gd name="connsiteY2" fmla="*/ 4029957 h 5137089"/>
              <a:gd name="connsiteX3" fmla="*/ 2214261 w 4428523"/>
              <a:gd name="connsiteY3" fmla="*/ 5137089 h 5137089"/>
              <a:gd name="connsiteX4" fmla="*/ 0 w 4428523"/>
              <a:gd name="connsiteY4" fmla="*/ 4029957 h 5137089"/>
              <a:gd name="connsiteX5" fmla="*/ 0 w 4428523"/>
              <a:gd name="connsiteY5" fmla="*/ 1107131 h 513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8523" h="5137089">
                <a:moveTo>
                  <a:pt x="2214261" y="0"/>
                </a:moveTo>
                <a:lnTo>
                  <a:pt x="4428523" y="1107131"/>
                </a:lnTo>
                <a:lnTo>
                  <a:pt x="4428523" y="4029957"/>
                </a:lnTo>
                <a:lnTo>
                  <a:pt x="2214261" y="5137089"/>
                </a:lnTo>
                <a:lnTo>
                  <a:pt x="0" y="4029957"/>
                </a:lnTo>
                <a:lnTo>
                  <a:pt x="0" y="1107131"/>
                </a:lnTo>
                <a:close/>
              </a:path>
            </a:pathLst>
          </a:custGeom>
        </p:spPr>
        <p:txBody>
          <a:bodyPr wrap="square" anchor="ctr">
            <a:noAutofit/>
          </a:bodyPr>
          <a:lstStyle>
            <a:lvl1pPr marL="0" indent="0" algn="ctr">
              <a:buNone/>
              <a:defRPr>
                <a:solidFill>
                  <a:schemeClr val="tx1"/>
                </a:solidFill>
              </a:defRPr>
            </a:lvl1pPr>
          </a:lstStyle>
          <a:p>
            <a:r>
              <a:rPr lang="en-US" noProof="0" smtClean="0"/>
              <a:t>Click icon to add picture</a:t>
            </a:r>
            <a:endParaRPr lang="en-US" noProof="0" dirty="0"/>
          </a:p>
        </p:txBody>
      </p:sp>
      <p:cxnSp>
        <p:nvCxnSpPr>
          <p:cNvPr id="18" name="Straight Connector 17">
            <a:extLst>
              <a:ext uri="{FF2B5EF4-FFF2-40B4-BE49-F238E27FC236}">
                <a16:creationId xmlns:a16="http://schemas.microsoft.com/office/drawing/2014/main" id="{EBEE4DB5-5DEF-4DDB-9764-FD834B9DCAEC}"/>
              </a:ext>
            </a:extLst>
          </p:cNvPr>
          <p:cNvCxnSpPr>
            <a:cxnSpLocks/>
          </p:cNvCxnSpPr>
          <p:nvPr userDrawn="1"/>
        </p:nvCxnSpPr>
        <p:spPr>
          <a:xfrm flipV="1">
            <a:off x="9004301" y="3924299"/>
            <a:ext cx="3187700" cy="168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title="Title">
            <a:extLst>
              <a:ext uri="{FF2B5EF4-FFF2-40B4-BE49-F238E27FC236}">
                <a16:creationId xmlns:a16="http://schemas.microsoft.com/office/drawing/2014/main" id="{A648E0EA-49ED-4F2D-A107-8FCE6301FC88}"/>
              </a:ext>
            </a:extLst>
          </p:cNvPr>
          <p:cNvSpPr>
            <a:spLocks noGrp="1"/>
          </p:cNvSpPr>
          <p:nvPr>
            <p:ph type="ctrTitle" hasCustomPrompt="1"/>
          </p:nvPr>
        </p:nvSpPr>
        <p:spPr>
          <a:xfrm>
            <a:off x="6375721" y="2006084"/>
            <a:ext cx="4853573" cy="1616252"/>
          </a:xfrm>
          <a:prstGeom prst="rect">
            <a:avLst/>
          </a:prstGeom>
        </p:spPr>
        <p:txBody>
          <a:bodyPr anchor="b">
            <a:normAutofit/>
          </a:bodyPr>
          <a:lstStyle>
            <a:lvl1pPr algn="l">
              <a:defRPr sz="4300" b="1">
                <a:solidFill>
                  <a:schemeClr val="accent1"/>
                </a:solidFill>
              </a:defRPr>
            </a:lvl1pPr>
          </a:lstStyle>
          <a:p>
            <a:r>
              <a:rPr lang="en-US" noProof="0"/>
              <a:t>Click To Edit Master Title Style</a:t>
            </a:r>
          </a:p>
        </p:txBody>
      </p:sp>
      <p:sp>
        <p:nvSpPr>
          <p:cNvPr id="3" name="Subtitle 2" title="Subtitle">
            <a:extLst>
              <a:ext uri="{FF2B5EF4-FFF2-40B4-BE49-F238E27FC236}">
                <a16:creationId xmlns:a16="http://schemas.microsoft.com/office/drawing/2014/main" id="{06317687-D49E-41F7-A330-C78C728F0D12}"/>
              </a:ext>
            </a:extLst>
          </p:cNvPr>
          <p:cNvSpPr>
            <a:spLocks noGrp="1"/>
          </p:cNvSpPr>
          <p:nvPr>
            <p:ph type="subTitle" idx="1" hasCustomPrompt="1"/>
          </p:nvPr>
        </p:nvSpPr>
        <p:spPr>
          <a:xfrm>
            <a:off x="6375214" y="3640998"/>
            <a:ext cx="4854339" cy="1257574"/>
          </a:xfrm>
          <a:prstGeom prst="rect">
            <a:avLst/>
          </a:prstGeom>
        </p:spPr>
        <p:txBody>
          <a:bodyPr/>
          <a:lstStyle>
            <a:lvl1pPr marL="0" indent="0" algn="l">
              <a:buNone/>
              <a:defRPr sz="2400" b="0" i="0" spc="300">
                <a:solidFill>
                  <a:schemeClr val="accent6"/>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SUBTITLE</a:t>
            </a:r>
          </a:p>
        </p:txBody>
      </p:sp>
      <p:cxnSp>
        <p:nvCxnSpPr>
          <p:cNvPr id="9" name="Straight Connector 8">
            <a:extLst>
              <a:ext uri="{FF2B5EF4-FFF2-40B4-BE49-F238E27FC236}">
                <a16:creationId xmlns:a16="http://schemas.microsoft.com/office/drawing/2014/main" id="{162849C0-AA0D-4E1A-B4B6-E6A5917AC0A5}"/>
              </a:ext>
            </a:extLst>
          </p:cNvPr>
          <p:cNvCxnSpPr>
            <a:cxnSpLocks/>
          </p:cNvCxnSpPr>
          <p:nvPr userDrawn="1"/>
        </p:nvCxnSpPr>
        <p:spPr>
          <a:xfrm flipV="1">
            <a:off x="-17837" y="4700016"/>
            <a:ext cx="1919789" cy="100105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045013"/>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7537" userDrawn="1">
          <p15:clr>
            <a:srgbClr val="FBAE40"/>
          </p15:clr>
        </p15:guide>
        <p15:guide id="3" pos="138" userDrawn="1">
          <p15:clr>
            <a:srgbClr val="FBAE40"/>
          </p15:clr>
        </p15:guide>
        <p15:guide id="4" orient="horz" pos="4178" userDrawn="1">
          <p15:clr>
            <a:srgbClr val="FBAE40"/>
          </p15:clr>
        </p15:guide>
        <p15:guide id="5" orient="horz" pos="142" userDrawn="1">
          <p15:clr>
            <a:srgbClr val="FBAE40"/>
          </p15:clr>
        </p15:guide>
        <p15:guide id="6" pos="2457" userDrawn="1">
          <p15:clr>
            <a:srgbClr val="FBAE40"/>
          </p15:clr>
        </p15:guide>
        <p15:guide id="7" pos="43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19" name="Right Triangle 18">
            <a:extLst>
              <a:ext uri="{FF2B5EF4-FFF2-40B4-BE49-F238E27FC236}">
                <a16:creationId xmlns:a16="http://schemas.microsoft.com/office/drawing/2014/main" id="{71D0E8AA-902F-440D-9C55-2A391C22396A}"/>
              </a:ext>
            </a:extLst>
          </p:cNvPr>
          <p:cNvSpPr/>
          <p:nvPr userDrawn="1"/>
        </p:nvSpPr>
        <p:spPr>
          <a:xfrm flipV="1">
            <a:off x="0" y="-6"/>
            <a:ext cx="10625328" cy="5404110"/>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Parallelogram 16">
            <a:extLst>
              <a:ext uri="{FF2B5EF4-FFF2-40B4-BE49-F238E27FC236}">
                <a16:creationId xmlns:a16="http://schemas.microsoft.com/office/drawing/2014/main" id="{7D937721-835D-4D84-94A3-6C79D4639514}"/>
              </a:ext>
            </a:extLst>
          </p:cNvPr>
          <p:cNvSpPr/>
          <p:nvPr userDrawn="1"/>
        </p:nvSpPr>
        <p:spPr>
          <a:xfrm rot="19958790">
            <a:off x="-637324" y="3588176"/>
            <a:ext cx="3860162" cy="1746952"/>
          </a:xfrm>
          <a:prstGeom prst="parallelogram">
            <a:avLst>
              <a:gd name="adj" fmla="val 5321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732BB30B-8262-4715-998F-AAF6A81ADFD3}"/>
              </a:ext>
            </a:extLst>
          </p:cNvPr>
          <p:cNvCxnSpPr>
            <a:cxnSpLocks/>
          </p:cNvCxnSpPr>
          <p:nvPr userDrawn="1"/>
        </p:nvCxnSpPr>
        <p:spPr>
          <a:xfrm flipV="1">
            <a:off x="0" y="1010090"/>
            <a:ext cx="1785257" cy="9075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0" name="Title 1" title="Title">
            <a:extLst>
              <a:ext uri="{FF2B5EF4-FFF2-40B4-BE49-F238E27FC236}">
                <a16:creationId xmlns:a16="http://schemas.microsoft.com/office/drawing/2014/main" id="{4D7EF399-DAA5-44EC-B712-79C755FE84CB}"/>
              </a:ext>
            </a:extLst>
          </p:cNvPr>
          <p:cNvSpPr>
            <a:spLocks noGrp="1"/>
          </p:cNvSpPr>
          <p:nvPr>
            <p:ph type="title" hasCustomPrompt="1"/>
          </p:nvPr>
        </p:nvSpPr>
        <p:spPr>
          <a:xfrm>
            <a:off x="6283842" y="1987420"/>
            <a:ext cx="4911633" cy="1789855"/>
          </a:xfrm>
          <a:prstGeom prst="rect">
            <a:avLst/>
          </a:prstGeom>
        </p:spPr>
        <p:txBody>
          <a:bodyPr anchor="b">
            <a:normAutofit/>
          </a:bodyPr>
          <a:lstStyle>
            <a:lvl1pPr>
              <a:defRPr sz="4000" b="1">
                <a:solidFill>
                  <a:schemeClr val="accent1"/>
                </a:solidFill>
                <a:latin typeface="+mj-lt"/>
                <a:cs typeface="Calibri Light" panose="020F0302020204030204" pitchFamily="34" charset="0"/>
              </a:defRPr>
            </a:lvl1pPr>
          </a:lstStyle>
          <a:p>
            <a:r>
              <a:rPr lang="en-US" noProof="0"/>
              <a:t>Click To Edit Master Title Style</a:t>
            </a:r>
          </a:p>
        </p:txBody>
      </p:sp>
      <p:sp>
        <p:nvSpPr>
          <p:cNvPr id="101" name="Text Placeholder 2" title="Subtitle">
            <a:extLst>
              <a:ext uri="{FF2B5EF4-FFF2-40B4-BE49-F238E27FC236}">
                <a16:creationId xmlns:a16="http://schemas.microsoft.com/office/drawing/2014/main" id="{26D13BFA-61B0-402F-8611-02D3DFDBEBCB}"/>
              </a:ext>
            </a:extLst>
          </p:cNvPr>
          <p:cNvSpPr>
            <a:spLocks noGrp="1"/>
          </p:cNvSpPr>
          <p:nvPr>
            <p:ph type="body" idx="1" hasCustomPrompt="1"/>
          </p:nvPr>
        </p:nvSpPr>
        <p:spPr>
          <a:xfrm>
            <a:off x="6283842" y="3792046"/>
            <a:ext cx="4911633" cy="910580"/>
          </a:xfrm>
          <a:prstGeom prst="rect">
            <a:avLst/>
          </a:prstGeom>
        </p:spPr>
        <p:txBody>
          <a:bodyPr>
            <a:normAutofit/>
          </a:bodyPr>
          <a:lstStyle>
            <a:lvl1pPr marL="0" indent="0">
              <a:buNone/>
              <a:defRPr sz="2000" b="0" i="0" spc="300">
                <a:solidFill>
                  <a:schemeClr val="accent6"/>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cxnSp>
        <p:nvCxnSpPr>
          <p:cNvPr id="21" name="Straight Connector 20">
            <a:extLst>
              <a:ext uri="{FF2B5EF4-FFF2-40B4-BE49-F238E27FC236}">
                <a16:creationId xmlns:a16="http://schemas.microsoft.com/office/drawing/2014/main" id="{DA0A0C24-D997-4E78-951F-AFB51C70EFCC}"/>
              </a:ext>
            </a:extLst>
          </p:cNvPr>
          <p:cNvCxnSpPr>
            <a:cxnSpLocks/>
          </p:cNvCxnSpPr>
          <p:nvPr userDrawn="1"/>
        </p:nvCxnSpPr>
        <p:spPr>
          <a:xfrm flipV="1">
            <a:off x="9004301" y="3924299"/>
            <a:ext cx="3187700" cy="168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Parallelogram 24">
            <a:extLst>
              <a:ext uri="{FF2B5EF4-FFF2-40B4-BE49-F238E27FC236}">
                <a16:creationId xmlns:a16="http://schemas.microsoft.com/office/drawing/2014/main" id="{E123A0CF-50D6-46EC-8BF6-43E38AFCD588}"/>
              </a:ext>
            </a:extLst>
          </p:cNvPr>
          <p:cNvSpPr/>
          <p:nvPr userDrawn="1"/>
        </p:nvSpPr>
        <p:spPr>
          <a:xfrm>
            <a:off x="7754112" y="0"/>
            <a:ext cx="2258568" cy="742819"/>
          </a:xfrm>
          <a:prstGeom prst="parallelogram">
            <a:avLst>
              <a:gd name="adj" fmla="val 1958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26" name="Straight Connector 25">
            <a:extLst>
              <a:ext uri="{FF2B5EF4-FFF2-40B4-BE49-F238E27FC236}">
                <a16:creationId xmlns:a16="http://schemas.microsoft.com/office/drawing/2014/main" id="{2B2F1D2E-B631-4CB1-9448-2B50F8C46316}"/>
              </a:ext>
            </a:extLst>
          </p:cNvPr>
          <p:cNvCxnSpPr>
            <a:cxnSpLocks/>
          </p:cNvCxnSpPr>
          <p:nvPr userDrawn="1"/>
        </p:nvCxnSpPr>
        <p:spPr>
          <a:xfrm flipV="1">
            <a:off x="0" y="408562"/>
            <a:ext cx="6595353" cy="340314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Picture Placeholder 26">
            <a:extLst>
              <a:ext uri="{FF2B5EF4-FFF2-40B4-BE49-F238E27FC236}">
                <a16:creationId xmlns:a16="http://schemas.microsoft.com/office/drawing/2014/main" id="{95572AA9-EFAE-4771-B1EE-47E361173778}"/>
              </a:ext>
            </a:extLst>
          </p:cNvPr>
          <p:cNvSpPr>
            <a:spLocks noGrp="1"/>
          </p:cNvSpPr>
          <p:nvPr>
            <p:ph type="pic" sz="quarter" idx="13"/>
          </p:nvPr>
        </p:nvSpPr>
        <p:spPr>
          <a:xfrm>
            <a:off x="1683398" y="860944"/>
            <a:ext cx="4428523" cy="5137089"/>
          </a:xfrm>
          <a:custGeom>
            <a:avLst/>
            <a:gdLst>
              <a:gd name="connsiteX0" fmla="*/ 2214261 w 4428523"/>
              <a:gd name="connsiteY0" fmla="*/ 0 h 5137089"/>
              <a:gd name="connsiteX1" fmla="*/ 4428523 w 4428523"/>
              <a:gd name="connsiteY1" fmla="*/ 1107131 h 5137089"/>
              <a:gd name="connsiteX2" fmla="*/ 4428523 w 4428523"/>
              <a:gd name="connsiteY2" fmla="*/ 4029957 h 5137089"/>
              <a:gd name="connsiteX3" fmla="*/ 2214261 w 4428523"/>
              <a:gd name="connsiteY3" fmla="*/ 5137089 h 5137089"/>
              <a:gd name="connsiteX4" fmla="*/ 0 w 4428523"/>
              <a:gd name="connsiteY4" fmla="*/ 4029957 h 5137089"/>
              <a:gd name="connsiteX5" fmla="*/ 0 w 4428523"/>
              <a:gd name="connsiteY5" fmla="*/ 1107131 h 513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8523" h="5137089">
                <a:moveTo>
                  <a:pt x="2214261" y="0"/>
                </a:moveTo>
                <a:lnTo>
                  <a:pt x="4428523" y="1107131"/>
                </a:lnTo>
                <a:lnTo>
                  <a:pt x="4428523" y="4029957"/>
                </a:lnTo>
                <a:lnTo>
                  <a:pt x="2214261" y="5137089"/>
                </a:lnTo>
                <a:lnTo>
                  <a:pt x="0" y="4029957"/>
                </a:lnTo>
                <a:lnTo>
                  <a:pt x="0" y="1107131"/>
                </a:lnTo>
                <a:close/>
              </a:path>
            </a:pathLst>
          </a:custGeom>
        </p:spPr>
        <p:txBody>
          <a:bodyPr wrap="square" anchor="ctr">
            <a:noAutofit/>
          </a:bodyPr>
          <a:lstStyle>
            <a:lvl1pPr marL="0" indent="0" algn="ctr">
              <a:buNone/>
              <a:defRPr>
                <a:solidFill>
                  <a:schemeClr val="tx1"/>
                </a:solidFill>
              </a:defRPr>
            </a:lvl1pPr>
          </a:lstStyle>
          <a:p>
            <a:r>
              <a:rPr lang="en-US" noProof="0" smtClean="0"/>
              <a:t>Click icon to add picture</a:t>
            </a:r>
            <a:endParaRPr lang="en-US" noProof="0" dirty="0"/>
          </a:p>
        </p:txBody>
      </p:sp>
      <p:cxnSp>
        <p:nvCxnSpPr>
          <p:cNvPr id="16" name="Straight Connector 15">
            <a:extLst>
              <a:ext uri="{FF2B5EF4-FFF2-40B4-BE49-F238E27FC236}">
                <a16:creationId xmlns:a16="http://schemas.microsoft.com/office/drawing/2014/main" id="{5CF69447-82AD-475F-A3AE-3D7FF61DBFE2}"/>
              </a:ext>
            </a:extLst>
          </p:cNvPr>
          <p:cNvCxnSpPr>
            <a:cxnSpLocks/>
          </p:cNvCxnSpPr>
          <p:nvPr userDrawn="1"/>
        </p:nvCxnSpPr>
        <p:spPr>
          <a:xfrm flipV="1">
            <a:off x="-17837" y="5266944"/>
            <a:ext cx="1919789" cy="100105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Parallelogram 23">
            <a:extLst>
              <a:ext uri="{FF2B5EF4-FFF2-40B4-BE49-F238E27FC236}">
                <a16:creationId xmlns:a16="http://schemas.microsoft.com/office/drawing/2014/main" id="{FC8C82F3-94EE-4B4F-A01D-993A41BC00B1}"/>
              </a:ext>
            </a:extLst>
          </p:cNvPr>
          <p:cNvSpPr/>
          <p:nvPr userDrawn="1"/>
        </p:nvSpPr>
        <p:spPr>
          <a:xfrm rot="19958790">
            <a:off x="-139035" y="3407045"/>
            <a:ext cx="1438399" cy="236580"/>
          </a:xfrm>
          <a:prstGeom prst="parallelogram">
            <a:avLst>
              <a:gd name="adj" fmla="val 53218"/>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23998309"/>
      </p:ext>
    </p:extLst>
  </p:cSld>
  <p:clrMapOvr>
    <a:masterClrMapping/>
  </p:clrMapOvr>
  <p:extLst mod="1">
    <p:ext uri="{DCECCB84-F9BA-43D5-87BE-67443E8EF086}">
      <p15:sldGuideLst xmlns:p15="http://schemas.microsoft.com/office/powerpoint/2012/main">
        <p15:guide id="1" orient="horz" pos="2183" userDrawn="1">
          <p15:clr>
            <a:srgbClr val="FBAE40"/>
          </p15:clr>
        </p15:guide>
        <p15:guide id="2" pos="3840" userDrawn="1">
          <p15:clr>
            <a:srgbClr val="FBAE40"/>
          </p15:clr>
        </p15:guide>
        <p15:guide id="3" pos="143" userDrawn="1">
          <p15:clr>
            <a:srgbClr val="FBAE40"/>
          </p15:clr>
        </p15:guide>
        <p15:guide id="4" orient="horz" pos="4170" userDrawn="1">
          <p15:clr>
            <a:srgbClr val="FBAE40"/>
          </p15:clr>
        </p15:guide>
        <p15:guide id="5" pos="7537" userDrawn="1">
          <p15:clr>
            <a:srgbClr val="FBAE40"/>
          </p15:clr>
        </p15:guide>
        <p15:guide id="6" orient="horz" pos="14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Layout 01">
    <p:spTree>
      <p:nvGrpSpPr>
        <p:cNvPr id="1" name=""/>
        <p:cNvGrpSpPr/>
        <p:nvPr/>
      </p:nvGrpSpPr>
      <p:grpSpPr>
        <a:xfrm>
          <a:off x="0" y="0"/>
          <a:ext cx="0" cy="0"/>
          <a:chOff x="0" y="0"/>
          <a:chExt cx="0" cy="0"/>
        </a:xfrm>
      </p:grpSpPr>
      <p:sp>
        <p:nvSpPr>
          <p:cNvPr id="3" name="Content Placeholder 2" title="Bullet Points">
            <a:extLst>
              <a:ext uri="{FF2B5EF4-FFF2-40B4-BE49-F238E27FC236}">
                <a16:creationId xmlns:a16="http://schemas.microsoft.com/office/drawing/2014/main" id="{BFD7EA17-BE66-4636-9684-F93562587911}"/>
              </a:ext>
            </a:extLst>
          </p:cNvPr>
          <p:cNvSpPr>
            <a:spLocks noGrp="1"/>
          </p:cNvSpPr>
          <p:nvPr>
            <p:ph idx="1"/>
          </p:nvPr>
        </p:nvSpPr>
        <p:spPr>
          <a:xfrm>
            <a:off x="531378" y="3196915"/>
            <a:ext cx="4942829" cy="2958275"/>
          </a:xfrm>
          <a:prstGeom prst="rect">
            <a:avLst/>
          </a:prstGeom>
        </p:spPr>
        <p:txBody>
          <a:bodyPr>
            <a:normAutofit/>
          </a:bodyPr>
          <a:lstStyle>
            <a:lvl1pPr>
              <a:buClr>
                <a:schemeClr val="accent2"/>
              </a:buClr>
              <a:defRPr sz="2400">
                <a:solidFill>
                  <a:schemeClr val="tx1"/>
                </a:solidFill>
              </a:defRPr>
            </a:lvl1pPr>
            <a:lvl2pPr>
              <a:buClr>
                <a:schemeClr val="accent2"/>
              </a:buClr>
              <a:defRPr sz="2000">
                <a:solidFill>
                  <a:schemeClr val="tx1"/>
                </a:solidFill>
              </a:defRPr>
            </a:lvl2pPr>
            <a:lvl3pPr>
              <a:buClr>
                <a:schemeClr val="accent2"/>
              </a:buClr>
              <a:defRPr sz="1800">
                <a:solidFill>
                  <a:schemeClr val="tx1"/>
                </a:solidFill>
              </a:defRPr>
            </a:lvl3pPr>
            <a:lvl4pPr>
              <a:buClr>
                <a:schemeClr val="accent2"/>
              </a:buClr>
              <a:defRPr sz="1600">
                <a:solidFill>
                  <a:schemeClr val="tx1"/>
                </a:solidFill>
              </a:defRPr>
            </a:lvl4pPr>
            <a:lvl5pPr>
              <a:buClr>
                <a:schemeClr val="accent2"/>
              </a:buClr>
              <a:defRPr sz="1600">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4" name="Right Triangle 23">
            <a:extLst>
              <a:ext uri="{FF2B5EF4-FFF2-40B4-BE49-F238E27FC236}">
                <a16:creationId xmlns:a16="http://schemas.microsoft.com/office/drawing/2014/main" id="{BD6ACE60-499D-41AB-89C4-D537D7C3D22A}"/>
              </a:ext>
            </a:extLst>
          </p:cNvPr>
          <p:cNvSpPr/>
          <p:nvPr userDrawn="1"/>
        </p:nvSpPr>
        <p:spPr>
          <a:xfrm flipH="1" flipV="1">
            <a:off x="1839686" y="-6"/>
            <a:ext cx="10352314" cy="5638806"/>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Parallelogram 24">
            <a:extLst>
              <a:ext uri="{FF2B5EF4-FFF2-40B4-BE49-F238E27FC236}">
                <a16:creationId xmlns:a16="http://schemas.microsoft.com/office/drawing/2014/main" id="{18C08F43-D42B-4CF1-912F-BC83D72AB415}"/>
              </a:ext>
            </a:extLst>
          </p:cNvPr>
          <p:cNvSpPr/>
          <p:nvPr userDrawn="1"/>
        </p:nvSpPr>
        <p:spPr>
          <a:xfrm flipH="1">
            <a:off x="2978150" y="-5"/>
            <a:ext cx="4121150" cy="1308105"/>
          </a:xfrm>
          <a:prstGeom prst="parallelogram">
            <a:avLst>
              <a:gd name="adj" fmla="val 18638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34" name="Straight Connector 33">
            <a:extLst>
              <a:ext uri="{FF2B5EF4-FFF2-40B4-BE49-F238E27FC236}">
                <a16:creationId xmlns:a16="http://schemas.microsoft.com/office/drawing/2014/main" id="{1411C731-2333-41B0-927A-0A48EEC79964}"/>
              </a:ext>
            </a:extLst>
          </p:cNvPr>
          <p:cNvCxnSpPr>
            <a:cxnSpLocks/>
          </p:cNvCxnSpPr>
          <p:nvPr userDrawn="1"/>
        </p:nvCxnSpPr>
        <p:spPr>
          <a:xfrm flipV="1">
            <a:off x="6375400" y="5047077"/>
            <a:ext cx="1524574" cy="1803400"/>
          </a:xfrm>
          <a:prstGeom prst="line">
            <a:avLst/>
          </a:prstGeom>
          <a:ln>
            <a:solidFill>
              <a:srgbClr val="EAB200"/>
            </a:solidFill>
          </a:ln>
        </p:spPr>
        <p:style>
          <a:lnRef idx="1">
            <a:schemeClr val="accent1"/>
          </a:lnRef>
          <a:fillRef idx="0">
            <a:schemeClr val="accent1"/>
          </a:fillRef>
          <a:effectRef idx="0">
            <a:schemeClr val="accent1"/>
          </a:effectRef>
          <a:fontRef idx="minor">
            <a:schemeClr val="tx1"/>
          </a:fontRef>
        </p:style>
      </p:cxnSp>
      <p:sp>
        <p:nvSpPr>
          <p:cNvPr id="5" name="Text Placeholder 4" title="Subtitle">
            <a:extLst>
              <a:ext uri="{FF2B5EF4-FFF2-40B4-BE49-F238E27FC236}">
                <a16:creationId xmlns:a16="http://schemas.microsoft.com/office/drawing/2014/main" id="{D71EE635-EA0C-4139-8160-AE1EAD13AAEB}"/>
              </a:ext>
            </a:extLst>
          </p:cNvPr>
          <p:cNvSpPr>
            <a:spLocks noGrp="1"/>
          </p:cNvSpPr>
          <p:nvPr userDrawn="1">
            <p:ph type="body" sz="quarter" idx="13" hasCustomPrompt="1"/>
          </p:nvPr>
        </p:nvSpPr>
        <p:spPr>
          <a:xfrm>
            <a:off x="531379" y="2563477"/>
            <a:ext cx="7342631" cy="608895"/>
          </a:xfrm>
          <a:prstGeom prst="rect">
            <a:avLst/>
          </a:prstGeom>
        </p:spPr>
        <p:txBody>
          <a:bodyPr/>
          <a:lstStyle>
            <a:lvl1pPr marL="0" indent="0">
              <a:buNone/>
              <a:defRPr sz="2000" spc="300">
                <a:solidFill>
                  <a:schemeClr val="accent6"/>
                </a:solidFill>
              </a:defRPr>
            </a:lvl1pPr>
            <a:lvl2pPr marL="457200" indent="0">
              <a:buNone/>
              <a:defRPr/>
            </a:lvl2pPr>
          </a:lstStyle>
          <a:p>
            <a:pPr lvl="0"/>
            <a:r>
              <a:rPr lang="en-US" noProof="0"/>
              <a:t>CLICK TO SUBTITLE STYLE</a:t>
            </a:r>
          </a:p>
        </p:txBody>
      </p:sp>
      <p:sp>
        <p:nvSpPr>
          <p:cNvPr id="2" name="Title 1" title="Title ">
            <a:extLst>
              <a:ext uri="{FF2B5EF4-FFF2-40B4-BE49-F238E27FC236}">
                <a16:creationId xmlns:a16="http://schemas.microsoft.com/office/drawing/2014/main" id="{20237B57-91C6-4F8B-8AA0-18FA50B0FD1D}"/>
              </a:ext>
            </a:extLst>
          </p:cNvPr>
          <p:cNvSpPr>
            <a:spLocks noGrp="1"/>
          </p:cNvSpPr>
          <p:nvPr userDrawn="1">
            <p:ph type="title" hasCustomPrompt="1"/>
          </p:nvPr>
        </p:nvSpPr>
        <p:spPr>
          <a:xfrm>
            <a:off x="531378" y="1308484"/>
            <a:ext cx="7342622" cy="1215566"/>
          </a:xfrm>
          <a:prstGeom prst="rect">
            <a:avLst/>
          </a:prstGeom>
        </p:spPr>
        <p:txBody>
          <a:bodyPr anchor="b">
            <a:normAutofit/>
          </a:bodyPr>
          <a:lstStyle>
            <a:lvl1pPr>
              <a:defRPr sz="4400" b="1">
                <a:solidFill>
                  <a:schemeClr val="accent1"/>
                </a:solidFill>
              </a:defRPr>
            </a:lvl1pPr>
          </a:lstStyle>
          <a:p>
            <a:r>
              <a:rPr lang="en-US" noProof="0"/>
              <a:t>Click to Edit </a:t>
            </a:r>
            <a:br>
              <a:rPr lang="en-US" noProof="0"/>
            </a:br>
            <a:r>
              <a:rPr lang="en-US" noProof="0"/>
              <a:t>Master Title Style </a:t>
            </a:r>
          </a:p>
        </p:txBody>
      </p:sp>
      <p:sp>
        <p:nvSpPr>
          <p:cNvPr id="15" name="Picture Placeholder 14">
            <a:extLst>
              <a:ext uri="{FF2B5EF4-FFF2-40B4-BE49-F238E27FC236}">
                <a16:creationId xmlns:a16="http://schemas.microsoft.com/office/drawing/2014/main" id="{FE1FADFB-0A3D-40F7-9B40-368DECD971E1}"/>
              </a:ext>
            </a:extLst>
          </p:cNvPr>
          <p:cNvSpPr>
            <a:spLocks noGrp="1"/>
          </p:cNvSpPr>
          <p:nvPr>
            <p:ph type="pic" sz="quarter" idx="10"/>
          </p:nvPr>
        </p:nvSpPr>
        <p:spPr>
          <a:xfrm>
            <a:off x="6604000" y="0"/>
            <a:ext cx="5588000" cy="6872249"/>
          </a:xfrm>
          <a:custGeom>
            <a:avLst/>
            <a:gdLst>
              <a:gd name="connsiteX0" fmla="*/ 3876237 w 5588000"/>
              <a:gd name="connsiteY0" fmla="*/ 5431883 h 6872249"/>
              <a:gd name="connsiteX1" fmla="*/ 4953000 w 5588000"/>
              <a:gd name="connsiteY1" fmla="*/ 5431883 h 6872249"/>
              <a:gd name="connsiteX2" fmla="*/ 3769163 w 5588000"/>
              <a:gd name="connsiteY2" fmla="*/ 6872249 h 6872249"/>
              <a:gd name="connsiteX3" fmla="*/ 2692400 w 5588000"/>
              <a:gd name="connsiteY3" fmla="*/ 6872249 h 6872249"/>
              <a:gd name="connsiteX4" fmla="*/ 2479230 w 5588000"/>
              <a:gd name="connsiteY4" fmla="*/ 2870200 h 6872249"/>
              <a:gd name="connsiteX5" fmla="*/ 3175000 w 5588000"/>
              <a:gd name="connsiteY5" fmla="*/ 2870200 h 6872249"/>
              <a:gd name="connsiteX6" fmla="*/ 1965770 w 5588000"/>
              <a:gd name="connsiteY6" fmla="*/ 4310566 h 6872249"/>
              <a:gd name="connsiteX7" fmla="*/ 1270000 w 5588000"/>
              <a:gd name="connsiteY7" fmla="*/ 4310566 h 6872249"/>
              <a:gd name="connsiteX8" fmla="*/ 5575300 w 5588000"/>
              <a:gd name="connsiteY8" fmla="*/ 139700 h 6872249"/>
              <a:gd name="connsiteX9" fmla="*/ 5575300 w 5588000"/>
              <a:gd name="connsiteY9" fmla="*/ 3238583 h 6872249"/>
              <a:gd name="connsiteX10" fmla="*/ 2571663 w 5588000"/>
              <a:gd name="connsiteY10" fmla="*/ 6858000 h 6872249"/>
              <a:gd name="connsiteX11" fmla="*/ 0 w 5588000"/>
              <a:gd name="connsiteY11" fmla="*/ 6858000 h 6872249"/>
              <a:gd name="connsiteX12" fmla="*/ 4256761 w 5588000"/>
              <a:gd name="connsiteY12" fmla="*/ 0 h 6872249"/>
              <a:gd name="connsiteX13" fmla="*/ 5588000 w 5588000"/>
              <a:gd name="connsiteY13" fmla="*/ 0 h 6872249"/>
              <a:gd name="connsiteX14" fmla="*/ 3274339 w 5588000"/>
              <a:gd name="connsiteY14" fmla="*/ 2755900 h 6872249"/>
              <a:gd name="connsiteX15" fmla="*/ 1943100 w 5588000"/>
              <a:gd name="connsiteY15" fmla="*/ 2755900 h 6872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88000" h="6872249">
                <a:moveTo>
                  <a:pt x="3876237" y="5431883"/>
                </a:moveTo>
                <a:lnTo>
                  <a:pt x="4953000" y="5431883"/>
                </a:lnTo>
                <a:lnTo>
                  <a:pt x="3769163" y="6872249"/>
                </a:lnTo>
                <a:lnTo>
                  <a:pt x="2692400" y="6872249"/>
                </a:lnTo>
                <a:close/>
                <a:moveTo>
                  <a:pt x="2479230" y="2870200"/>
                </a:moveTo>
                <a:lnTo>
                  <a:pt x="3175000" y="2870200"/>
                </a:lnTo>
                <a:lnTo>
                  <a:pt x="1965770" y="4310566"/>
                </a:lnTo>
                <a:lnTo>
                  <a:pt x="1270000" y="4310566"/>
                </a:lnTo>
                <a:close/>
                <a:moveTo>
                  <a:pt x="5575300" y="139700"/>
                </a:moveTo>
                <a:lnTo>
                  <a:pt x="5575300" y="3238583"/>
                </a:lnTo>
                <a:lnTo>
                  <a:pt x="2571663" y="6858000"/>
                </a:lnTo>
                <a:lnTo>
                  <a:pt x="0" y="6858000"/>
                </a:lnTo>
                <a:close/>
                <a:moveTo>
                  <a:pt x="4256761" y="0"/>
                </a:moveTo>
                <a:lnTo>
                  <a:pt x="5588000" y="0"/>
                </a:lnTo>
                <a:lnTo>
                  <a:pt x="3274339" y="2755900"/>
                </a:lnTo>
                <a:lnTo>
                  <a:pt x="1943100" y="2755900"/>
                </a:lnTo>
                <a:close/>
              </a:path>
            </a:pathLst>
          </a:custGeom>
          <a:solidFill>
            <a:schemeClr val="bg1">
              <a:lumMod val="85000"/>
            </a:schemeClr>
          </a:solidFill>
        </p:spPr>
        <p:txBody>
          <a:bodyPr wrap="square" anchor="ctr">
            <a:noAutofit/>
          </a:bodyPr>
          <a:lstStyle>
            <a:lvl1pPr marL="0" indent="0" algn="ctr">
              <a:buNone/>
              <a:defRPr>
                <a:solidFill>
                  <a:schemeClr val="tx1"/>
                </a:solidFill>
              </a:defRPr>
            </a:lvl1pPr>
          </a:lstStyle>
          <a:p>
            <a:r>
              <a:rPr lang="en-US" noProof="0" smtClean="0"/>
              <a:t>Click icon to add picture</a:t>
            </a:r>
            <a:endParaRPr lang="en-US" noProof="0" dirty="0"/>
          </a:p>
        </p:txBody>
      </p:sp>
      <p:sp>
        <p:nvSpPr>
          <p:cNvPr id="4" name="Footer Placeholder 3">
            <a:extLst>
              <a:ext uri="{FF2B5EF4-FFF2-40B4-BE49-F238E27FC236}">
                <a16:creationId xmlns:a16="http://schemas.microsoft.com/office/drawing/2014/main" id="{5ADB14A5-A767-774C-85B8-68EF914689F6}"/>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D4B9B51B-EAA9-4B4D-A4F6-470CD95DAA79}"/>
              </a:ext>
            </a:extLst>
          </p:cNvPr>
          <p:cNvSpPr>
            <a:spLocks noGrp="1"/>
          </p:cNvSpPr>
          <p:nvPr>
            <p:ph type="sldNum" sz="quarter" idx="15"/>
          </p:nvPr>
        </p:nvSpPr>
        <p:spPr/>
        <p:txBody>
          <a:bodyPr/>
          <a:lstStyle/>
          <a:p>
            <a:fld id="{8699F50C-BE38-4BD0-BA84-9B090E1F2B9B}" type="slidenum">
              <a:rPr lang="en-US" noProof="0" smtClean="0"/>
              <a:t>‹#›</a:t>
            </a:fld>
            <a:endParaRPr lang="en-US" noProof="0" dirty="0"/>
          </a:p>
        </p:txBody>
      </p:sp>
    </p:spTree>
    <p:extLst>
      <p:ext uri="{BB962C8B-B14F-4D97-AF65-F5344CB8AC3E}">
        <p14:creationId xmlns:p14="http://schemas.microsoft.com/office/powerpoint/2010/main" val="3442230584"/>
      </p:ext>
    </p:extLst>
  </p:cSld>
  <p:clrMapOvr>
    <a:masterClrMapping/>
  </p:clrMapOvr>
  <p:extLst mod="1">
    <p:ext uri="{DCECCB84-F9BA-43D5-87BE-67443E8EF086}">
      <p15:sldGuideLst xmlns:p15="http://schemas.microsoft.com/office/powerpoint/2012/main">
        <p15:guide id="1" orient="horz" pos="142">
          <p15:clr>
            <a:srgbClr val="FBAE40"/>
          </p15:clr>
        </p15:guide>
        <p15:guide id="2" pos="3840">
          <p15:clr>
            <a:srgbClr val="FBAE40"/>
          </p15:clr>
        </p15:guide>
        <p15:guide id="3" pos="41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Layout 02">
    <p:spTree>
      <p:nvGrpSpPr>
        <p:cNvPr id="1" name=""/>
        <p:cNvGrpSpPr/>
        <p:nvPr/>
      </p:nvGrpSpPr>
      <p:grpSpPr>
        <a:xfrm>
          <a:off x="0" y="0"/>
          <a:ext cx="0" cy="0"/>
          <a:chOff x="0" y="0"/>
          <a:chExt cx="0" cy="0"/>
        </a:xfrm>
      </p:grpSpPr>
      <p:sp>
        <p:nvSpPr>
          <p:cNvPr id="35" name="Right Triangle 34">
            <a:extLst>
              <a:ext uri="{FF2B5EF4-FFF2-40B4-BE49-F238E27FC236}">
                <a16:creationId xmlns:a16="http://schemas.microsoft.com/office/drawing/2014/main" id="{805F1696-7D6B-4055-94C3-E4C179F63596}"/>
              </a:ext>
            </a:extLst>
          </p:cNvPr>
          <p:cNvSpPr/>
          <p:nvPr userDrawn="1"/>
        </p:nvSpPr>
        <p:spPr>
          <a:xfrm flipH="1" flipV="1">
            <a:off x="1839686" y="-6"/>
            <a:ext cx="10352314" cy="5638806"/>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Picture Placeholder 17">
            <a:extLst>
              <a:ext uri="{FF2B5EF4-FFF2-40B4-BE49-F238E27FC236}">
                <a16:creationId xmlns:a16="http://schemas.microsoft.com/office/drawing/2014/main" id="{8B9EC3A9-7039-403A-9414-429521308AE7}"/>
              </a:ext>
            </a:extLst>
          </p:cNvPr>
          <p:cNvSpPr>
            <a:spLocks noGrp="1"/>
          </p:cNvSpPr>
          <p:nvPr>
            <p:ph type="pic" sz="quarter" idx="14"/>
          </p:nvPr>
        </p:nvSpPr>
        <p:spPr>
          <a:xfrm>
            <a:off x="6170177" y="1435100"/>
            <a:ext cx="6021821" cy="5422900"/>
          </a:xfrm>
          <a:custGeom>
            <a:avLst/>
            <a:gdLst>
              <a:gd name="connsiteX0" fmla="*/ 6021821 w 6021821"/>
              <a:gd name="connsiteY0" fmla="*/ 0 h 5422900"/>
              <a:gd name="connsiteX1" fmla="*/ 6021821 w 6021821"/>
              <a:gd name="connsiteY1" fmla="*/ 5422900 h 5422900"/>
              <a:gd name="connsiteX2" fmla="*/ 0 w 6021821"/>
              <a:gd name="connsiteY2" fmla="*/ 5422900 h 5422900"/>
            </a:gdLst>
            <a:ahLst/>
            <a:cxnLst>
              <a:cxn ang="0">
                <a:pos x="connsiteX0" y="connsiteY0"/>
              </a:cxn>
              <a:cxn ang="0">
                <a:pos x="connsiteX1" y="connsiteY1"/>
              </a:cxn>
              <a:cxn ang="0">
                <a:pos x="connsiteX2" y="connsiteY2"/>
              </a:cxn>
            </a:cxnLst>
            <a:rect l="l" t="t" r="r" b="b"/>
            <a:pathLst>
              <a:path w="6021821" h="5422900">
                <a:moveTo>
                  <a:pt x="6021821" y="0"/>
                </a:moveTo>
                <a:lnTo>
                  <a:pt x="6021821" y="5422900"/>
                </a:lnTo>
                <a:lnTo>
                  <a:pt x="0" y="5422900"/>
                </a:lnTo>
                <a:close/>
              </a:path>
            </a:pathLst>
          </a:custGeom>
          <a:solidFill>
            <a:schemeClr val="bg1">
              <a:lumMod val="85000"/>
            </a:schemeClr>
          </a:solidFill>
        </p:spPr>
        <p:txBody>
          <a:bodyPr wrap="square" rIns="365760" anchor="ctr">
            <a:noAutofit/>
          </a:bodyPr>
          <a:lstStyle>
            <a:lvl1pPr marL="0" indent="0" algn="r">
              <a:buNone/>
              <a:defRPr>
                <a:solidFill>
                  <a:schemeClr val="tx1"/>
                </a:solidFill>
              </a:defRPr>
            </a:lvl1pPr>
          </a:lstStyle>
          <a:p>
            <a:r>
              <a:rPr lang="en-US" noProof="0" smtClean="0"/>
              <a:t>Click icon to add picture</a:t>
            </a:r>
            <a:endParaRPr lang="en-US" noProof="0" dirty="0"/>
          </a:p>
        </p:txBody>
      </p:sp>
      <p:sp>
        <p:nvSpPr>
          <p:cNvPr id="3" name="Content Placeholder 2" title="Bullet Points">
            <a:extLst>
              <a:ext uri="{FF2B5EF4-FFF2-40B4-BE49-F238E27FC236}">
                <a16:creationId xmlns:a16="http://schemas.microsoft.com/office/drawing/2014/main" id="{BFD7EA17-BE66-4636-9684-F93562587911}"/>
              </a:ext>
            </a:extLst>
          </p:cNvPr>
          <p:cNvSpPr>
            <a:spLocks noGrp="1"/>
          </p:cNvSpPr>
          <p:nvPr>
            <p:ph idx="1"/>
          </p:nvPr>
        </p:nvSpPr>
        <p:spPr>
          <a:xfrm>
            <a:off x="531378" y="3196915"/>
            <a:ext cx="4942829" cy="2958275"/>
          </a:xfrm>
          <a:prstGeom prst="rect">
            <a:avLst/>
          </a:prstGeom>
        </p:spPr>
        <p:txBody>
          <a:bodyPr>
            <a:normAutofit/>
          </a:bodyPr>
          <a:lstStyle>
            <a:lvl1pPr>
              <a:buClr>
                <a:schemeClr val="accent2"/>
              </a:buClr>
              <a:defRPr sz="2400">
                <a:solidFill>
                  <a:schemeClr val="tx1"/>
                </a:solidFill>
              </a:defRPr>
            </a:lvl1pPr>
            <a:lvl2pPr>
              <a:buClr>
                <a:schemeClr val="accent2"/>
              </a:buClr>
              <a:defRPr sz="2000">
                <a:solidFill>
                  <a:schemeClr val="tx1"/>
                </a:solidFill>
              </a:defRPr>
            </a:lvl2pPr>
            <a:lvl3pPr>
              <a:buClr>
                <a:schemeClr val="accent2"/>
              </a:buClr>
              <a:defRPr sz="1800">
                <a:solidFill>
                  <a:schemeClr val="tx1"/>
                </a:solidFill>
              </a:defRPr>
            </a:lvl3pPr>
            <a:lvl4pPr>
              <a:buClr>
                <a:schemeClr val="accent2"/>
              </a:buClr>
              <a:defRPr sz="1600">
                <a:solidFill>
                  <a:schemeClr val="tx1"/>
                </a:solidFill>
              </a:defRPr>
            </a:lvl4pPr>
            <a:lvl5pPr>
              <a:buClr>
                <a:schemeClr val="accent2"/>
              </a:buClr>
              <a:defRPr sz="1600">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5" name="Parallelogram 24">
            <a:extLst>
              <a:ext uri="{FF2B5EF4-FFF2-40B4-BE49-F238E27FC236}">
                <a16:creationId xmlns:a16="http://schemas.microsoft.com/office/drawing/2014/main" id="{18C08F43-D42B-4CF1-912F-BC83D72AB415}"/>
              </a:ext>
            </a:extLst>
          </p:cNvPr>
          <p:cNvSpPr/>
          <p:nvPr userDrawn="1"/>
        </p:nvSpPr>
        <p:spPr>
          <a:xfrm flipH="1">
            <a:off x="2978150" y="-5"/>
            <a:ext cx="4121150" cy="1308105"/>
          </a:xfrm>
          <a:prstGeom prst="parallelogram">
            <a:avLst>
              <a:gd name="adj" fmla="val 18638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34" name="Straight Connector 33">
            <a:extLst>
              <a:ext uri="{FF2B5EF4-FFF2-40B4-BE49-F238E27FC236}">
                <a16:creationId xmlns:a16="http://schemas.microsoft.com/office/drawing/2014/main" id="{1411C731-2333-41B0-927A-0A48EEC79964}"/>
              </a:ext>
            </a:extLst>
          </p:cNvPr>
          <p:cNvCxnSpPr>
            <a:cxnSpLocks/>
          </p:cNvCxnSpPr>
          <p:nvPr userDrawn="1"/>
        </p:nvCxnSpPr>
        <p:spPr>
          <a:xfrm flipV="1">
            <a:off x="10352314" y="1185452"/>
            <a:ext cx="1839685" cy="163394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 Placeholder 4" title="Subtitle">
            <a:extLst>
              <a:ext uri="{FF2B5EF4-FFF2-40B4-BE49-F238E27FC236}">
                <a16:creationId xmlns:a16="http://schemas.microsoft.com/office/drawing/2014/main" id="{D71EE635-EA0C-4139-8160-AE1EAD13AAEB}"/>
              </a:ext>
            </a:extLst>
          </p:cNvPr>
          <p:cNvSpPr>
            <a:spLocks noGrp="1"/>
          </p:cNvSpPr>
          <p:nvPr userDrawn="1">
            <p:ph type="body" sz="quarter" idx="13" hasCustomPrompt="1"/>
          </p:nvPr>
        </p:nvSpPr>
        <p:spPr>
          <a:xfrm>
            <a:off x="531379" y="2563477"/>
            <a:ext cx="7342621" cy="608895"/>
          </a:xfrm>
          <a:prstGeom prst="rect">
            <a:avLst/>
          </a:prstGeom>
        </p:spPr>
        <p:txBody>
          <a:bodyPr/>
          <a:lstStyle>
            <a:lvl1pPr marL="0" indent="0">
              <a:buNone/>
              <a:defRPr sz="2000" spc="300">
                <a:solidFill>
                  <a:schemeClr val="accent6"/>
                </a:solidFill>
              </a:defRPr>
            </a:lvl1pPr>
            <a:lvl2pPr marL="457200" indent="0">
              <a:buNone/>
              <a:defRPr/>
            </a:lvl2pPr>
          </a:lstStyle>
          <a:p>
            <a:pPr lvl="0"/>
            <a:r>
              <a:rPr lang="en-US" noProof="0"/>
              <a:t>CLICK TO SUBTITLE STYLE</a:t>
            </a:r>
          </a:p>
        </p:txBody>
      </p:sp>
      <p:sp>
        <p:nvSpPr>
          <p:cNvPr id="17" name="TextBox 16">
            <a:extLst>
              <a:ext uri="{FF2B5EF4-FFF2-40B4-BE49-F238E27FC236}">
                <a16:creationId xmlns:a16="http://schemas.microsoft.com/office/drawing/2014/main" id="{3EB154C1-CE47-4220-9832-4FD0868A64A8}"/>
              </a:ext>
            </a:extLst>
          </p:cNvPr>
          <p:cNvSpPr txBox="1"/>
          <p:nvPr userDrawn="1"/>
        </p:nvSpPr>
        <p:spPr>
          <a:xfrm>
            <a:off x="11073384" y="237744"/>
            <a:ext cx="814647" cy="615553"/>
          </a:xfrm>
          <a:prstGeom prst="rect">
            <a:avLst/>
          </a:prstGeom>
          <a:noFill/>
        </p:spPr>
        <p:txBody>
          <a:bodyPr wrap="none" rtlCol="0">
            <a:spAutoFit/>
          </a:bodyPr>
          <a:lstStyle/>
          <a:p>
            <a:r>
              <a:rPr lang="en-US" sz="3400" b="1" noProof="0" dirty="0">
                <a:solidFill>
                  <a:schemeClr val="accent1"/>
                </a:solidFill>
                <a:latin typeface="Arial Black" panose="020B0A04020102020204" pitchFamily="34" charset="0"/>
              </a:rPr>
              <a:t>FR</a:t>
            </a:r>
          </a:p>
        </p:txBody>
      </p:sp>
      <p:sp>
        <p:nvSpPr>
          <p:cNvPr id="19" name="Title 1" title="Title ">
            <a:extLst>
              <a:ext uri="{FF2B5EF4-FFF2-40B4-BE49-F238E27FC236}">
                <a16:creationId xmlns:a16="http://schemas.microsoft.com/office/drawing/2014/main" id="{2DB9D671-9FC8-4306-96B7-D9D585694B83}"/>
              </a:ext>
            </a:extLst>
          </p:cNvPr>
          <p:cNvSpPr>
            <a:spLocks noGrp="1"/>
          </p:cNvSpPr>
          <p:nvPr>
            <p:ph type="title" hasCustomPrompt="1"/>
          </p:nvPr>
        </p:nvSpPr>
        <p:spPr>
          <a:xfrm>
            <a:off x="531378" y="1308484"/>
            <a:ext cx="7342622" cy="1215566"/>
          </a:xfrm>
          <a:prstGeom prst="rect">
            <a:avLst/>
          </a:prstGeom>
        </p:spPr>
        <p:txBody>
          <a:bodyPr anchor="b">
            <a:normAutofit/>
          </a:bodyPr>
          <a:lstStyle>
            <a:lvl1pPr>
              <a:defRPr sz="4400" b="1">
                <a:solidFill>
                  <a:schemeClr val="accent1"/>
                </a:solidFill>
              </a:defRPr>
            </a:lvl1pPr>
          </a:lstStyle>
          <a:p>
            <a:r>
              <a:rPr lang="en-US" noProof="0"/>
              <a:t>Click to Edit </a:t>
            </a:r>
            <a:br>
              <a:rPr lang="en-US" noProof="0"/>
            </a:br>
            <a:r>
              <a:rPr lang="en-US" noProof="0"/>
              <a:t>Master Title Style </a:t>
            </a:r>
          </a:p>
        </p:txBody>
      </p:sp>
      <p:sp>
        <p:nvSpPr>
          <p:cNvPr id="2" name="Footer Placeholder 1">
            <a:extLst>
              <a:ext uri="{FF2B5EF4-FFF2-40B4-BE49-F238E27FC236}">
                <a16:creationId xmlns:a16="http://schemas.microsoft.com/office/drawing/2014/main" id="{6E55A0B9-F639-8643-9C4D-B93B8EE21A79}"/>
              </a:ext>
            </a:extLst>
          </p:cNvPr>
          <p:cNvSpPr>
            <a:spLocks noGrp="1"/>
          </p:cNvSpPr>
          <p:nvPr>
            <p:ph type="ftr" sz="quarter" idx="15"/>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D0C29282-8AC7-494D-9A8E-A26C7F69948F}"/>
              </a:ext>
            </a:extLst>
          </p:cNvPr>
          <p:cNvSpPr>
            <a:spLocks noGrp="1"/>
          </p:cNvSpPr>
          <p:nvPr>
            <p:ph type="sldNum" sz="quarter" idx="16"/>
          </p:nvPr>
        </p:nvSpPr>
        <p:spPr/>
        <p:txBody>
          <a:bodyPr/>
          <a:lstStyle/>
          <a:p>
            <a:fld id="{8699F50C-BE38-4BD0-BA84-9B090E1F2B9B}" type="slidenum">
              <a:rPr lang="en-US" noProof="0" smtClean="0"/>
              <a:t>‹#›</a:t>
            </a:fld>
            <a:endParaRPr lang="en-US" noProof="0" dirty="0"/>
          </a:p>
        </p:txBody>
      </p:sp>
    </p:spTree>
    <p:extLst>
      <p:ext uri="{BB962C8B-B14F-4D97-AF65-F5344CB8AC3E}">
        <p14:creationId xmlns:p14="http://schemas.microsoft.com/office/powerpoint/2010/main" val="4283110927"/>
      </p:ext>
    </p:extLst>
  </p:cSld>
  <p:clrMapOvr>
    <a:masterClrMapping/>
  </p:clrMapOvr>
  <p:extLst mod="1">
    <p:ext uri="{DCECCB84-F9BA-43D5-87BE-67443E8EF086}">
      <p15:sldGuideLst xmlns:p15="http://schemas.microsoft.com/office/powerpoint/2012/main">
        <p15:guide id="1" orient="horz" pos="142">
          <p15:clr>
            <a:srgbClr val="FBAE40"/>
          </p15:clr>
        </p15:guide>
        <p15:guide id="2" pos="3840">
          <p15:clr>
            <a:srgbClr val="FBAE40"/>
          </p15:clr>
        </p15:guide>
        <p15:guide id="3" pos="41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ion with Subtitle">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01AF1CF9-9F46-4541-8FF1-B9C53244EE1A}"/>
              </a:ext>
            </a:extLst>
          </p:cNvPr>
          <p:cNvCxnSpPr>
            <a:cxnSpLocks/>
          </p:cNvCxnSpPr>
          <p:nvPr userDrawn="1"/>
        </p:nvCxnSpPr>
        <p:spPr>
          <a:xfrm flipH="1" flipV="1">
            <a:off x="-9247" y="3633967"/>
            <a:ext cx="1912619" cy="157298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AB0E1BA4-80FE-4826-BA2F-083C3A5BB7FA}"/>
              </a:ext>
            </a:extLst>
          </p:cNvPr>
          <p:cNvGrpSpPr/>
          <p:nvPr userDrawn="1"/>
        </p:nvGrpSpPr>
        <p:grpSpPr>
          <a:xfrm flipH="1">
            <a:off x="7561328" y="0"/>
            <a:ext cx="4831840" cy="3541007"/>
            <a:chOff x="-192127" y="-2"/>
            <a:chExt cx="4831840" cy="3367272"/>
          </a:xfrm>
        </p:grpSpPr>
        <p:sp>
          <p:nvSpPr>
            <p:cNvPr id="26" name="Diagonal Stripe 25">
              <a:extLst>
                <a:ext uri="{FF2B5EF4-FFF2-40B4-BE49-F238E27FC236}">
                  <a16:creationId xmlns:a16="http://schemas.microsoft.com/office/drawing/2014/main" id="{0697993E-CD44-40B9-805C-77BC608618A7}"/>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28" name="Straight Connector 27">
              <a:extLst>
                <a:ext uri="{FF2B5EF4-FFF2-40B4-BE49-F238E27FC236}">
                  <a16:creationId xmlns:a16="http://schemas.microsoft.com/office/drawing/2014/main" id="{DDBD869A-51AE-4AC9-A3E0-38E8C732B1E8}"/>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DE18C3B6-28E6-4BBC-B634-F81DE5A9D13C}"/>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7" name="Text Placeholder 2">
            <a:extLst>
              <a:ext uri="{FF2B5EF4-FFF2-40B4-BE49-F238E27FC236}">
                <a16:creationId xmlns:a16="http://schemas.microsoft.com/office/drawing/2014/main" id="{B2E19FBD-2379-4B3B-910D-F51E007CB63F}"/>
              </a:ext>
            </a:extLst>
          </p:cNvPr>
          <p:cNvSpPr>
            <a:spLocks noGrp="1"/>
          </p:cNvSpPr>
          <p:nvPr userDrawn="1">
            <p:ph type="body" idx="1"/>
          </p:nvPr>
        </p:nvSpPr>
        <p:spPr>
          <a:xfrm>
            <a:off x="520698" y="2104888"/>
            <a:ext cx="5475290" cy="781188"/>
          </a:xfrm>
          <a:prstGeom prst="rect">
            <a:avLst/>
          </a:prstGeom>
        </p:spPr>
        <p:txBody>
          <a:bodyPr anchor="b">
            <a:normAutofit/>
          </a:bodyPr>
          <a:lstStyle>
            <a:lvl1pPr marL="0" indent="0">
              <a:lnSpc>
                <a:spcPct val="100000"/>
              </a:lnSpc>
              <a:spcBef>
                <a:spcPts val="0"/>
              </a:spcBef>
              <a:buNone/>
              <a:defRPr sz="2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18" name="Content Placeholder 3" title="Bullet Points">
            <a:extLst>
              <a:ext uri="{FF2B5EF4-FFF2-40B4-BE49-F238E27FC236}">
                <a16:creationId xmlns:a16="http://schemas.microsoft.com/office/drawing/2014/main" id="{8715E757-6584-4841-8154-C92E70E0CD6B}"/>
              </a:ext>
            </a:extLst>
          </p:cNvPr>
          <p:cNvSpPr>
            <a:spLocks noGrp="1"/>
          </p:cNvSpPr>
          <p:nvPr userDrawn="1">
            <p:ph sz="half" idx="13"/>
          </p:nvPr>
        </p:nvSpPr>
        <p:spPr>
          <a:xfrm>
            <a:off x="520698" y="2886076"/>
            <a:ext cx="5475290" cy="3232149"/>
          </a:xfrm>
          <a:prstGeom prst="rect">
            <a:avLst/>
          </a:prstGeom>
        </p:spPr>
        <p:txBody>
          <a:bodyPr>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IN" dirty="0">
                <a:solidFill>
                  <a:schemeClr val="tx1"/>
                </a:solidFill>
              </a:defRPr>
            </a:lvl5pPr>
          </a:lstStyle>
          <a:p>
            <a:pPr lvl="0">
              <a:buClr>
                <a:schemeClr val="accent2"/>
              </a:buClr>
            </a:pPr>
            <a:r>
              <a:rPr lang="en-US" noProof="0" smtClean="0"/>
              <a:t>Edit Master text styles</a:t>
            </a:r>
          </a:p>
          <a:p>
            <a:pPr lvl="1">
              <a:buClr>
                <a:schemeClr val="accent2"/>
              </a:buClr>
            </a:pPr>
            <a:r>
              <a:rPr lang="en-US" noProof="0" smtClean="0"/>
              <a:t>Second level</a:t>
            </a:r>
          </a:p>
          <a:p>
            <a:pPr lvl="2">
              <a:buClr>
                <a:schemeClr val="accent2"/>
              </a:buClr>
            </a:pPr>
            <a:r>
              <a:rPr lang="en-US" noProof="0" smtClean="0"/>
              <a:t>Third level</a:t>
            </a:r>
          </a:p>
          <a:p>
            <a:pPr lvl="3">
              <a:buClr>
                <a:schemeClr val="accent2"/>
              </a:buClr>
            </a:pPr>
            <a:r>
              <a:rPr lang="en-US" noProof="0" smtClean="0"/>
              <a:t>Fourth level</a:t>
            </a:r>
          </a:p>
          <a:p>
            <a:pPr lvl="4">
              <a:buClr>
                <a:schemeClr val="accent2"/>
              </a:buClr>
            </a:pPr>
            <a:r>
              <a:rPr lang="en-US" noProof="0" smtClean="0"/>
              <a:t>Fifth level</a:t>
            </a:r>
            <a:endParaRPr lang="en-US" noProof="0"/>
          </a:p>
        </p:txBody>
      </p:sp>
      <p:sp>
        <p:nvSpPr>
          <p:cNvPr id="19" name="Text Placeholder 4">
            <a:extLst>
              <a:ext uri="{FF2B5EF4-FFF2-40B4-BE49-F238E27FC236}">
                <a16:creationId xmlns:a16="http://schemas.microsoft.com/office/drawing/2014/main" id="{47CDC5A2-8836-4ED3-8E78-18C24853D882}"/>
              </a:ext>
            </a:extLst>
          </p:cNvPr>
          <p:cNvSpPr>
            <a:spLocks noGrp="1"/>
          </p:cNvSpPr>
          <p:nvPr userDrawn="1">
            <p:ph type="body" sz="quarter" idx="14"/>
          </p:nvPr>
        </p:nvSpPr>
        <p:spPr>
          <a:xfrm>
            <a:off x="6186713" y="2104888"/>
            <a:ext cx="5475600" cy="781188"/>
          </a:xfrm>
          <a:prstGeom prst="rect">
            <a:avLst/>
          </a:prstGeom>
        </p:spPr>
        <p:txBody>
          <a:bodyPr anchor="b">
            <a:normAutofit/>
          </a:bodyPr>
          <a:lstStyle>
            <a:lvl1pPr marL="0" indent="0">
              <a:lnSpc>
                <a:spcPct val="100000"/>
              </a:lnSpc>
              <a:buNone/>
              <a:defRPr sz="2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0" name="Content Placeholder 5" title="Bullet Points">
            <a:extLst>
              <a:ext uri="{FF2B5EF4-FFF2-40B4-BE49-F238E27FC236}">
                <a16:creationId xmlns:a16="http://schemas.microsoft.com/office/drawing/2014/main" id="{D957FBD7-2C3C-4DD1-954F-DF1E007BE590}"/>
              </a:ext>
            </a:extLst>
          </p:cNvPr>
          <p:cNvSpPr>
            <a:spLocks noGrp="1"/>
          </p:cNvSpPr>
          <p:nvPr userDrawn="1">
            <p:ph sz="quarter" idx="15"/>
          </p:nvPr>
        </p:nvSpPr>
        <p:spPr>
          <a:xfrm>
            <a:off x="6186713" y="2886076"/>
            <a:ext cx="5475600" cy="3232149"/>
          </a:xfrm>
          <a:prstGeom prst="rect">
            <a:avLst/>
          </a:prstGeom>
        </p:spPr>
        <p:txBody>
          <a:bodyPr>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IN" dirty="0">
                <a:solidFill>
                  <a:schemeClr val="tx1"/>
                </a:solidFill>
              </a:defRPr>
            </a:lvl5pPr>
          </a:lstStyle>
          <a:p>
            <a:pPr lvl="0">
              <a:buClr>
                <a:schemeClr val="accent2"/>
              </a:buClr>
            </a:pPr>
            <a:r>
              <a:rPr lang="en-US" noProof="0" smtClean="0"/>
              <a:t>Edit Master text styles</a:t>
            </a:r>
          </a:p>
          <a:p>
            <a:pPr lvl="1">
              <a:buClr>
                <a:schemeClr val="accent2"/>
              </a:buClr>
            </a:pPr>
            <a:r>
              <a:rPr lang="en-US" noProof="0" smtClean="0"/>
              <a:t>Second level</a:t>
            </a:r>
          </a:p>
          <a:p>
            <a:pPr lvl="2">
              <a:buClr>
                <a:schemeClr val="accent2"/>
              </a:buClr>
            </a:pPr>
            <a:r>
              <a:rPr lang="en-US" noProof="0" smtClean="0"/>
              <a:t>Third level</a:t>
            </a:r>
          </a:p>
          <a:p>
            <a:pPr lvl="3">
              <a:buClr>
                <a:schemeClr val="accent2"/>
              </a:buClr>
            </a:pPr>
            <a:r>
              <a:rPr lang="en-US" noProof="0" smtClean="0"/>
              <a:t>Fourth level</a:t>
            </a:r>
          </a:p>
          <a:p>
            <a:pPr lvl="4">
              <a:buClr>
                <a:schemeClr val="accent2"/>
              </a:buClr>
            </a:pPr>
            <a:r>
              <a:rPr lang="en-US" noProof="0" smtClean="0"/>
              <a:t>Fifth level</a:t>
            </a:r>
            <a:endParaRPr lang="en-US" noProof="0"/>
          </a:p>
        </p:txBody>
      </p:sp>
      <p:sp>
        <p:nvSpPr>
          <p:cNvPr id="24" name="Text Placeholder 4" title="Subtitle">
            <a:extLst>
              <a:ext uri="{FF2B5EF4-FFF2-40B4-BE49-F238E27FC236}">
                <a16:creationId xmlns:a16="http://schemas.microsoft.com/office/drawing/2014/main" id="{77DB65FF-A89E-4562-8251-2BB63EFDD28E}"/>
              </a:ext>
            </a:extLst>
          </p:cNvPr>
          <p:cNvSpPr>
            <a:spLocks noGrp="1"/>
          </p:cNvSpPr>
          <p:nvPr userDrawn="1">
            <p:ph type="body" sz="quarter" idx="16" hasCustomPrompt="1"/>
          </p:nvPr>
        </p:nvSpPr>
        <p:spPr>
          <a:xfrm>
            <a:off x="520493" y="1376932"/>
            <a:ext cx="7368596" cy="608895"/>
          </a:xfrm>
          <a:prstGeom prst="rect">
            <a:avLst/>
          </a:prstGeom>
        </p:spPr>
        <p:txBody>
          <a:bodyPr/>
          <a:lstStyle>
            <a:lvl1pPr marL="0" indent="0">
              <a:buNone/>
              <a:defRPr sz="2000" spc="300">
                <a:solidFill>
                  <a:schemeClr val="accent6"/>
                </a:solidFill>
              </a:defRPr>
            </a:lvl1pPr>
            <a:lvl2pPr marL="457200" indent="0">
              <a:buNone/>
              <a:defRPr/>
            </a:lvl2pPr>
          </a:lstStyle>
          <a:p>
            <a:pPr lvl="0"/>
            <a:r>
              <a:rPr lang="en-US" noProof="0"/>
              <a:t>CLICK TO SUBTITLE STYLE</a:t>
            </a:r>
          </a:p>
        </p:txBody>
      </p:sp>
      <p:sp>
        <p:nvSpPr>
          <p:cNvPr id="25" name="TextBox 24">
            <a:extLst>
              <a:ext uri="{FF2B5EF4-FFF2-40B4-BE49-F238E27FC236}">
                <a16:creationId xmlns:a16="http://schemas.microsoft.com/office/drawing/2014/main" id="{F0BB4D3D-930C-4FF4-BB7C-2CB24208150C}"/>
              </a:ext>
            </a:extLst>
          </p:cNvPr>
          <p:cNvSpPr txBox="1"/>
          <p:nvPr userDrawn="1"/>
        </p:nvSpPr>
        <p:spPr>
          <a:xfrm>
            <a:off x="11072378" y="235732"/>
            <a:ext cx="814647" cy="615553"/>
          </a:xfrm>
          <a:prstGeom prst="rect">
            <a:avLst/>
          </a:prstGeom>
          <a:noFill/>
        </p:spPr>
        <p:txBody>
          <a:bodyPr wrap="none" rtlCol="0">
            <a:spAutoFit/>
          </a:bodyPr>
          <a:lstStyle/>
          <a:p>
            <a:r>
              <a:rPr lang="en-US" sz="3400" b="1" noProof="0" dirty="0">
                <a:solidFill>
                  <a:schemeClr val="accent1"/>
                </a:solidFill>
                <a:latin typeface="Arial Black" panose="020B0A04020102020204" pitchFamily="34" charset="0"/>
              </a:rPr>
              <a:t>FR</a:t>
            </a:r>
          </a:p>
        </p:txBody>
      </p:sp>
      <p:sp>
        <p:nvSpPr>
          <p:cNvPr id="36" name="Parallelogram 35">
            <a:extLst>
              <a:ext uri="{FF2B5EF4-FFF2-40B4-BE49-F238E27FC236}">
                <a16:creationId xmlns:a16="http://schemas.microsoft.com/office/drawing/2014/main" id="{4EBB76E7-943E-4038-B700-114F66FBC609}"/>
              </a:ext>
            </a:extLst>
          </p:cNvPr>
          <p:cNvSpPr/>
          <p:nvPr userDrawn="1"/>
        </p:nvSpPr>
        <p:spPr>
          <a:xfrm flipH="1">
            <a:off x="6679908"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2" name="Footer Placeholder 1">
            <a:extLst>
              <a:ext uri="{FF2B5EF4-FFF2-40B4-BE49-F238E27FC236}">
                <a16:creationId xmlns:a16="http://schemas.microsoft.com/office/drawing/2014/main" id="{03E79E9C-D961-6E47-A5C6-57689BAFF243}"/>
              </a:ext>
            </a:extLst>
          </p:cNvPr>
          <p:cNvSpPr>
            <a:spLocks noGrp="1"/>
          </p:cNvSpPr>
          <p:nvPr>
            <p:ph type="ftr" sz="quarter" idx="17"/>
          </p:nvPr>
        </p:nvSpPr>
        <p:spPr/>
        <p:txBody>
          <a:bodyPr/>
          <a:lstStyle>
            <a:lvl1pPr algn="l">
              <a:defRPr/>
            </a:lvl1pPr>
          </a:lstStyle>
          <a:p>
            <a:r>
              <a:rPr lang="en-US" noProof="0" dirty="0"/>
              <a:t>Add a footer</a:t>
            </a:r>
          </a:p>
        </p:txBody>
      </p:sp>
      <p:sp>
        <p:nvSpPr>
          <p:cNvPr id="3" name="Slide Number Placeholder 2">
            <a:extLst>
              <a:ext uri="{FF2B5EF4-FFF2-40B4-BE49-F238E27FC236}">
                <a16:creationId xmlns:a16="http://schemas.microsoft.com/office/drawing/2014/main" id="{B08BE157-60F2-194D-8C13-4AE120FC9EDE}"/>
              </a:ext>
            </a:extLst>
          </p:cNvPr>
          <p:cNvSpPr>
            <a:spLocks noGrp="1"/>
          </p:cNvSpPr>
          <p:nvPr>
            <p:ph type="sldNum" sz="quarter" idx="18"/>
          </p:nvPr>
        </p:nvSpPr>
        <p:spPr/>
        <p:txBody>
          <a:bodyPr/>
          <a:lstStyle/>
          <a:p>
            <a:fld id="{8699F50C-BE38-4BD0-BA84-9B090E1F2B9B}" type="slidenum">
              <a:rPr lang="en-US" noProof="0" smtClean="0"/>
              <a:t>‹#›</a:t>
            </a:fld>
            <a:endParaRPr lang="en-US" noProof="0" dirty="0"/>
          </a:p>
        </p:txBody>
      </p:sp>
      <p:sp>
        <p:nvSpPr>
          <p:cNvPr id="27" name="Title 1" title="Title ">
            <a:extLst>
              <a:ext uri="{FF2B5EF4-FFF2-40B4-BE49-F238E27FC236}">
                <a16:creationId xmlns:a16="http://schemas.microsoft.com/office/drawing/2014/main" id="{C3CC34F4-862A-42E7-B2FA-7B511CC2E879}"/>
              </a:ext>
            </a:extLst>
          </p:cNvPr>
          <p:cNvSpPr>
            <a:spLocks noGrp="1"/>
          </p:cNvSpPr>
          <p:nvPr userDrawn="1">
            <p:ph type="title" hasCustomPrompt="1"/>
          </p:nvPr>
        </p:nvSpPr>
        <p:spPr>
          <a:xfrm>
            <a:off x="518678" y="209028"/>
            <a:ext cx="8333222" cy="1147969"/>
          </a:xfrm>
          <a:prstGeom prst="rect">
            <a:avLst/>
          </a:prstGeom>
        </p:spPr>
        <p:txBody>
          <a:bodyPr bIns="0" anchor="b">
            <a:normAutofit/>
          </a:bodyPr>
          <a:lstStyle>
            <a:lvl1pPr>
              <a:defRPr sz="4400" b="1">
                <a:solidFill>
                  <a:schemeClr val="accent1"/>
                </a:solidFill>
              </a:defRPr>
            </a:lvl1pPr>
          </a:lstStyle>
          <a:p>
            <a:r>
              <a:rPr lang="en-US" noProof="0"/>
              <a:t>Click to Edit Master Title Style </a:t>
            </a:r>
          </a:p>
        </p:txBody>
      </p:sp>
    </p:spTree>
    <p:extLst>
      <p:ext uri="{BB962C8B-B14F-4D97-AF65-F5344CB8AC3E}">
        <p14:creationId xmlns:p14="http://schemas.microsoft.com/office/powerpoint/2010/main" val="32565402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423">
          <p15:clr>
            <a:srgbClr val="FBAE40"/>
          </p15:clr>
        </p15:guide>
        <p15:guide id="5" orient="horz" pos="77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A4F49194-9068-41AA-B460-962319BF96A4}"/>
              </a:ext>
            </a:extLst>
          </p:cNvPr>
          <p:cNvSpPr txBox="1"/>
          <p:nvPr userDrawn="1"/>
        </p:nvSpPr>
        <p:spPr>
          <a:xfrm>
            <a:off x="11072378" y="235732"/>
            <a:ext cx="814647" cy="615553"/>
          </a:xfrm>
          <a:prstGeom prst="rect">
            <a:avLst/>
          </a:prstGeom>
          <a:noFill/>
        </p:spPr>
        <p:txBody>
          <a:bodyPr wrap="none" rtlCol="0">
            <a:spAutoFit/>
          </a:bodyPr>
          <a:lstStyle/>
          <a:p>
            <a:r>
              <a:rPr lang="en-US" sz="3400" b="1" noProof="0" dirty="0">
                <a:solidFill>
                  <a:schemeClr val="accent1"/>
                </a:solidFill>
                <a:latin typeface="Arial Black" panose="020B0A04020102020204" pitchFamily="34" charset="0"/>
              </a:rPr>
              <a:t>FR</a:t>
            </a:r>
          </a:p>
        </p:txBody>
      </p:sp>
      <p:grpSp>
        <p:nvGrpSpPr>
          <p:cNvPr id="28" name="Group 27">
            <a:extLst>
              <a:ext uri="{FF2B5EF4-FFF2-40B4-BE49-F238E27FC236}">
                <a16:creationId xmlns:a16="http://schemas.microsoft.com/office/drawing/2014/main" id="{5806E656-313A-47B1-B381-D004200F7A01}"/>
              </a:ext>
            </a:extLst>
          </p:cNvPr>
          <p:cNvGrpSpPr/>
          <p:nvPr userDrawn="1"/>
        </p:nvGrpSpPr>
        <p:grpSpPr>
          <a:xfrm flipH="1">
            <a:off x="7561328" y="0"/>
            <a:ext cx="4831840" cy="3541007"/>
            <a:chOff x="-192127" y="-2"/>
            <a:chExt cx="4831840" cy="3367272"/>
          </a:xfrm>
        </p:grpSpPr>
        <p:sp>
          <p:nvSpPr>
            <p:cNvPr id="29" name="Diagonal Stripe 28">
              <a:extLst>
                <a:ext uri="{FF2B5EF4-FFF2-40B4-BE49-F238E27FC236}">
                  <a16:creationId xmlns:a16="http://schemas.microsoft.com/office/drawing/2014/main" id="{65F8E2DA-4BB4-4421-9172-A11AF38DFEF4}"/>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30" name="Straight Connector 29">
              <a:extLst>
                <a:ext uri="{FF2B5EF4-FFF2-40B4-BE49-F238E27FC236}">
                  <a16:creationId xmlns:a16="http://schemas.microsoft.com/office/drawing/2014/main" id="{6EDB47F2-B6A7-40B4-8A2C-06719F75C085}"/>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Parallelogram 30">
              <a:extLst>
                <a:ext uri="{FF2B5EF4-FFF2-40B4-BE49-F238E27FC236}">
                  <a16:creationId xmlns:a16="http://schemas.microsoft.com/office/drawing/2014/main" id="{B188E7A9-2351-4B68-98B8-10099CB39CD2}"/>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3" name="Parallelogram 32">
            <a:extLst>
              <a:ext uri="{FF2B5EF4-FFF2-40B4-BE49-F238E27FC236}">
                <a16:creationId xmlns:a16="http://schemas.microsoft.com/office/drawing/2014/main" id="{F088C182-BF10-45B2-B159-7702E00D31D4}"/>
              </a:ext>
            </a:extLst>
          </p:cNvPr>
          <p:cNvSpPr/>
          <p:nvPr userDrawn="1"/>
        </p:nvSpPr>
        <p:spPr>
          <a:xfrm flipH="1">
            <a:off x="6679908"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4" name="Text Placeholder 4" title="Subtitle">
            <a:extLst>
              <a:ext uri="{FF2B5EF4-FFF2-40B4-BE49-F238E27FC236}">
                <a16:creationId xmlns:a16="http://schemas.microsoft.com/office/drawing/2014/main" id="{FB561B16-2788-452A-B7AF-A482256DCDF2}"/>
              </a:ext>
            </a:extLst>
          </p:cNvPr>
          <p:cNvSpPr>
            <a:spLocks noGrp="1"/>
          </p:cNvSpPr>
          <p:nvPr>
            <p:ph type="body" sz="quarter" idx="16" hasCustomPrompt="1"/>
          </p:nvPr>
        </p:nvSpPr>
        <p:spPr>
          <a:xfrm>
            <a:off x="520493" y="1376932"/>
            <a:ext cx="7368596" cy="608895"/>
          </a:xfrm>
          <a:prstGeom prst="rect">
            <a:avLst/>
          </a:prstGeom>
        </p:spPr>
        <p:txBody>
          <a:bodyPr/>
          <a:lstStyle>
            <a:lvl1pPr marL="0" indent="0">
              <a:buNone/>
              <a:defRPr sz="2000" spc="300">
                <a:solidFill>
                  <a:schemeClr val="accent6"/>
                </a:solidFill>
              </a:defRPr>
            </a:lvl1pPr>
            <a:lvl2pPr marL="457200" indent="0">
              <a:buNone/>
              <a:defRPr/>
            </a:lvl2pPr>
          </a:lstStyle>
          <a:p>
            <a:pPr lvl="0"/>
            <a:r>
              <a:rPr lang="en-US" noProof="0"/>
              <a:t>CLICK TO SUBTITLE STYLE</a:t>
            </a:r>
          </a:p>
        </p:txBody>
      </p:sp>
      <p:sp>
        <p:nvSpPr>
          <p:cNvPr id="2" name="Footer Placeholder 1">
            <a:extLst>
              <a:ext uri="{FF2B5EF4-FFF2-40B4-BE49-F238E27FC236}">
                <a16:creationId xmlns:a16="http://schemas.microsoft.com/office/drawing/2014/main" id="{D6990C03-1647-2044-B335-6F5F19E4E5FC}"/>
              </a:ext>
            </a:extLst>
          </p:cNvPr>
          <p:cNvSpPr>
            <a:spLocks noGrp="1"/>
          </p:cNvSpPr>
          <p:nvPr>
            <p:ph type="ftr" sz="quarter" idx="17"/>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4F03A7CC-E6DC-1544-BE55-15EC1718B77C}"/>
              </a:ext>
            </a:extLst>
          </p:cNvPr>
          <p:cNvSpPr>
            <a:spLocks noGrp="1"/>
          </p:cNvSpPr>
          <p:nvPr>
            <p:ph type="sldNum" sz="quarter" idx="18"/>
          </p:nvPr>
        </p:nvSpPr>
        <p:spPr/>
        <p:txBody>
          <a:bodyPr/>
          <a:lstStyle/>
          <a:p>
            <a:fld id="{8699F50C-BE38-4BD0-BA84-9B090E1F2B9B}" type="slidenum">
              <a:rPr lang="en-US" noProof="0" smtClean="0"/>
              <a:t>‹#›</a:t>
            </a:fld>
            <a:endParaRPr lang="en-US" noProof="0" dirty="0"/>
          </a:p>
        </p:txBody>
      </p:sp>
      <p:sp>
        <p:nvSpPr>
          <p:cNvPr id="17" name="Title 1" title="Title ">
            <a:extLst>
              <a:ext uri="{FF2B5EF4-FFF2-40B4-BE49-F238E27FC236}">
                <a16:creationId xmlns:a16="http://schemas.microsoft.com/office/drawing/2014/main" id="{BDEC780E-6412-1344-A62E-6B84E9CCB678}"/>
              </a:ext>
            </a:extLst>
          </p:cNvPr>
          <p:cNvSpPr>
            <a:spLocks noGrp="1"/>
          </p:cNvSpPr>
          <p:nvPr>
            <p:ph type="title" hasCustomPrompt="1"/>
          </p:nvPr>
        </p:nvSpPr>
        <p:spPr>
          <a:xfrm>
            <a:off x="518678" y="209028"/>
            <a:ext cx="8333222" cy="1147969"/>
          </a:xfrm>
          <a:prstGeom prst="rect">
            <a:avLst/>
          </a:prstGeom>
        </p:spPr>
        <p:txBody>
          <a:bodyPr bIns="0" anchor="b">
            <a:normAutofit/>
          </a:bodyPr>
          <a:lstStyle>
            <a:lvl1pPr>
              <a:defRPr sz="4400" b="1">
                <a:solidFill>
                  <a:schemeClr val="accent1"/>
                </a:solidFill>
              </a:defRPr>
            </a:lvl1pPr>
          </a:lstStyle>
          <a:p>
            <a:r>
              <a:rPr lang="en-US" noProof="0"/>
              <a:t>Click to Edit Master Title Style </a:t>
            </a:r>
          </a:p>
        </p:txBody>
      </p:sp>
      <p:sp>
        <p:nvSpPr>
          <p:cNvPr id="5" name="Text Placeholder 4">
            <a:extLst>
              <a:ext uri="{FF2B5EF4-FFF2-40B4-BE49-F238E27FC236}">
                <a16:creationId xmlns:a16="http://schemas.microsoft.com/office/drawing/2014/main" id="{2C82AC85-33B6-2B49-8BF4-08414444375C}"/>
              </a:ext>
            </a:extLst>
          </p:cNvPr>
          <p:cNvSpPr>
            <a:spLocks noGrp="1"/>
          </p:cNvSpPr>
          <p:nvPr>
            <p:ph type="body" sz="quarter" idx="19" hasCustomPrompt="1"/>
          </p:nvPr>
        </p:nvSpPr>
        <p:spPr>
          <a:xfrm>
            <a:off x="531814" y="2005762"/>
            <a:ext cx="5225764" cy="4083888"/>
          </a:xfrm>
          <a:prstGeom prst="rect">
            <a:avLst/>
          </a:prstGeom>
        </p:spPr>
        <p:txBody>
          <a:bodyPr/>
          <a:lstStyle>
            <a:lvl1pPr marL="0" indent="0">
              <a:buNone/>
              <a:defRPr sz="2400">
                <a:solidFill>
                  <a:schemeClr val="tx1"/>
                </a:solidFill>
              </a:defRPr>
            </a:lvl1pPr>
            <a:lvl2pPr marL="457200" indent="0">
              <a:buNone/>
              <a:defRPr sz="2400">
                <a:solidFill>
                  <a:schemeClr val="bg1"/>
                </a:solidFill>
              </a:defRPr>
            </a:lvl2pPr>
            <a:lvl3pPr marL="914400" indent="0">
              <a:buNone/>
              <a:defRPr sz="2400">
                <a:solidFill>
                  <a:schemeClr val="bg1"/>
                </a:solidFill>
              </a:defRPr>
            </a:lvl3pPr>
            <a:lvl4pPr marL="1371600" indent="0">
              <a:buNone/>
              <a:defRPr sz="2400">
                <a:solidFill>
                  <a:schemeClr val="bg1"/>
                </a:solidFill>
              </a:defRPr>
            </a:lvl4pPr>
            <a:lvl5pPr marL="1828800" indent="0">
              <a:buNone/>
              <a:defRPr sz="2400">
                <a:solidFill>
                  <a:schemeClr val="bg1"/>
                </a:solidFill>
              </a:defRPr>
            </a:lvl5pPr>
          </a:lstStyle>
          <a:p>
            <a:pPr lvl="0"/>
            <a:r>
              <a:rPr lang="en-US" noProof="0"/>
              <a:t>Text here</a:t>
            </a:r>
          </a:p>
        </p:txBody>
      </p:sp>
      <p:sp>
        <p:nvSpPr>
          <p:cNvPr id="20" name="Chart Placeholder 2" title="Chart">
            <a:extLst>
              <a:ext uri="{FF2B5EF4-FFF2-40B4-BE49-F238E27FC236}">
                <a16:creationId xmlns:a16="http://schemas.microsoft.com/office/drawing/2014/main" id="{0EF0FD2A-B62A-4931-846D-2602DED26606}"/>
              </a:ext>
            </a:extLst>
          </p:cNvPr>
          <p:cNvSpPr>
            <a:spLocks noGrp="1"/>
          </p:cNvSpPr>
          <p:nvPr>
            <p:ph type="chart" sz="quarter" idx="10"/>
          </p:nvPr>
        </p:nvSpPr>
        <p:spPr>
          <a:xfrm>
            <a:off x="5796114" y="2005762"/>
            <a:ext cx="5719397" cy="4084470"/>
          </a:xfrm>
          <a:prstGeom prst="rect">
            <a:avLst/>
          </a:prstGeom>
        </p:spPr>
        <p:txBody>
          <a:bodyPr vert="horz" lIns="91420" tIns="45710" rIns="91420" bIns="45710">
            <a:noAutofit/>
          </a:bodyPr>
          <a:lstStyle>
            <a:lvl1pPr marL="0" indent="0" algn="ctr">
              <a:buNone/>
              <a:defRPr sz="2000" b="0" i="0">
                <a:solidFill>
                  <a:schemeClr val="tx1"/>
                </a:solidFill>
                <a:latin typeface="+mn-lt"/>
                <a:cs typeface="CiscoSans ExtraLight"/>
              </a:defRPr>
            </a:lvl1pPr>
          </a:lstStyle>
          <a:p>
            <a:pPr lvl="0"/>
            <a:r>
              <a:rPr lang="en-US" noProof="0" smtClean="0"/>
              <a:t>Click icon to add chart</a:t>
            </a:r>
            <a:endParaRPr lang="en-US" noProof="0" dirty="0"/>
          </a:p>
        </p:txBody>
      </p:sp>
    </p:spTree>
    <p:extLst>
      <p:ext uri="{BB962C8B-B14F-4D97-AF65-F5344CB8AC3E}">
        <p14:creationId xmlns:p14="http://schemas.microsoft.com/office/powerpoint/2010/main" val="2200477079"/>
      </p:ext>
    </p:extLst>
  </p:cSld>
  <p:clrMapOvr>
    <a:masterClrMapping/>
  </p:clrMapOvr>
  <p:extLst mod="1">
    <p:ext uri="{DCECCB84-F9BA-43D5-87BE-67443E8EF086}">
      <p15:sldGuideLst xmlns:p15="http://schemas.microsoft.com/office/powerpoint/2012/main">
        <p15:guide id="1" orient="horz" pos="142">
          <p15:clr>
            <a:srgbClr val="FBAE40"/>
          </p15:clr>
        </p15:guide>
        <p15:guide id="2" pos="3840">
          <p15:clr>
            <a:srgbClr val="FBAE40"/>
          </p15:clr>
        </p15:guide>
        <p15:guide id="3" pos="77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5" name="Table Placeholder 11" title="Table">
            <a:extLst>
              <a:ext uri="{FF2B5EF4-FFF2-40B4-BE49-F238E27FC236}">
                <a16:creationId xmlns:a16="http://schemas.microsoft.com/office/drawing/2014/main" id="{7CD3E31F-0AF8-4EB8-B6FA-BD95A2EDA63B}"/>
              </a:ext>
            </a:extLst>
          </p:cNvPr>
          <p:cNvSpPr>
            <a:spLocks noGrp="1"/>
          </p:cNvSpPr>
          <p:nvPr>
            <p:ph type="tbl" sz="quarter" idx="12"/>
          </p:nvPr>
        </p:nvSpPr>
        <p:spPr>
          <a:xfrm>
            <a:off x="531378" y="2664803"/>
            <a:ext cx="10993375" cy="3433180"/>
          </a:xfrm>
          <a:prstGeom prst="rect">
            <a:avLst/>
          </a:prstGeom>
        </p:spPr>
        <p:txBody>
          <a:bodyPr lIns="91420" tIns="45710" rIns="91420" bIns="45710">
            <a:noAutofit/>
          </a:bodyPr>
          <a:lstStyle>
            <a:lvl1pPr marL="0" indent="0" algn="ctr">
              <a:buNone/>
              <a:defRPr sz="2000" baseline="0">
                <a:solidFill>
                  <a:schemeClr val="tx1"/>
                </a:solidFill>
                <a:latin typeface="+mn-lt"/>
              </a:defRPr>
            </a:lvl1pPr>
          </a:lstStyle>
          <a:p>
            <a:pPr lvl="0"/>
            <a:r>
              <a:rPr lang="en-US" noProof="0" smtClean="0"/>
              <a:t>Click icon to add table</a:t>
            </a:r>
            <a:endParaRPr lang="en-US" noProof="0" dirty="0"/>
          </a:p>
        </p:txBody>
      </p:sp>
      <p:sp>
        <p:nvSpPr>
          <p:cNvPr id="16" name="TextBox 15">
            <a:extLst>
              <a:ext uri="{FF2B5EF4-FFF2-40B4-BE49-F238E27FC236}">
                <a16:creationId xmlns:a16="http://schemas.microsoft.com/office/drawing/2014/main" id="{B84020D1-D35E-497E-97F1-84A6EA9D048E}"/>
              </a:ext>
            </a:extLst>
          </p:cNvPr>
          <p:cNvSpPr txBox="1"/>
          <p:nvPr userDrawn="1"/>
        </p:nvSpPr>
        <p:spPr>
          <a:xfrm>
            <a:off x="11072378" y="235732"/>
            <a:ext cx="814647" cy="615553"/>
          </a:xfrm>
          <a:prstGeom prst="rect">
            <a:avLst/>
          </a:prstGeom>
          <a:noFill/>
        </p:spPr>
        <p:txBody>
          <a:bodyPr wrap="none" rtlCol="0">
            <a:spAutoFit/>
          </a:bodyPr>
          <a:lstStyle/>
          <a:p>
            <a:r>
              <a:rPr lang="en-US" sz="3400" b="1" noProof="0" dirty="0">
                <a:solidFill>
                  <a:schemeClr val="accent1"/>
                </a:solidFill>
                <a:latin typeface="Arial Black" panose="020B0A04020102020204" pitchFamily="34" charset="0"/>
              </a:rPr>
              <a:t>FR</a:t>
            </a:r>
          </a:p>
        </p:txBody>
      </p:sp>
      <p:grpSp>
        <p:nvGrpSpPr>
          <p:cNvPr id="26" name="Group 25">
            <a:extLst>
              <a:ext uri="{FF2B5EF4-FFF2-40B4-BE49-F238E27FC236}">
                <a16:creationId xmlns:a16="http://schemas.microsoft.com/office/drawing/2014/main" id="{36C8A74F-FDDF-48E8-AC2B-A5BD59D7D6A3}"/>
              </a:ext>
            </a:extLst>
          </p:cNvPr>
          <p:cNvGrpSpPr/>
          <p:nvPr userDrawn="1"/>
        </p:nvGrpSpPr>
        <p:grpSpPr>
          <a:xfrm flipH="1">
            <a:off x="7561328" y="0"/>
            <a:ext cx="4831840" cy="3541007"/>
            <a:chOff x="-192127" y="-2"/>
            <a:chExt cx="4831840" cy="3367272"/>
          </a:xfrm>
        </p:grpSpPr>
        <p:sp>
          <p:nvSpPr>
            <p:cNvPr id="27" name="Diagonal Stripe 26">
              <a:extLst>
                <a:ext uri="{FF2B5EF4-FFF2-40B4-BE49-F238E27FC236}">
                  <a16:creationId xmlns:a16="http://schemas.microsoft.com/office/drawing/2014/main" id="{2D5247F3-E6EB-4003-B1FD-F6200F0738E5}"/>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28" name="Straight Connector 27">
              <a:extLst>
                <a:ext uri="{FF2B5EF4-FFF2-40B4-BE49-F238E27FC236}">
                  <a16:creationId xmlns:a16="http://schemas.microsoft.com/office/drawing/2014/main" id="{E9B7D995-9FB8-4461-8AAA-FA8B9A145B6B}"/>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Parallelogram 32">
              <a:extLst>
                <a:ext uri="{FF2B5EF4-FFF2-40B4-BE49-F238E27FC236}">
                  <a16:creationId xmlns:a16="http://schemas.microsoft.com/office/drawing/2014/main" id="{849B962F-68BC-4B89-B4D8-D862517534DF}"/>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6" name="Parallelogram 35">
            <a:extLst>
              <a:ext uri="{FF2B5EF4-FFF2-40B4-BE49-F238E27FC236}">
                <a16:creationId xmlns:a16="http://schemas.microsoft.com/office/drawing/2014/main" id="{8006416B-866C-47E5-8480-109B40F9EAA9}"/>
              </a:ext>
            </a:extLst>
          </p:cNvPr>
          <p:cNvSpPr/>
          <p:nvPr userDrawn="1"/>
        </p:nvSpPr>
        <p:spPr>
          <a:xfrm flipH="1">
            <a:off x="6679908"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Text Placeholder 4" title="Subtitle">
            <a:extLst>
              <a:ext uri="{FF2B5EF4-FFF2-40B4-BE49-F238E27FC236}">
                <a16:creationId xmlns:a16="http://schemas.microsoft.com/office/drawing/2014/main" id="{FE79FAE9-2A8C-46BA-8738-44CBCF7294A9}"/>
              </a:ext>
            </a:extLst>
          </p:cNvPr>
          <p:cNvSpPr>
            <a:spLocks noGrp="1"/>
          </p:cNvSpPr>
          <p:nvPr>
            <p:ph type="body" sz="quarter" idx="16" hasCustomPrompt="1"/>
          </p:nvPr>
        </p:nvSpPr>
        <p:spPr>
          <a:xfrm>
            <a:off x="520493" y="1376932"/>
            <a:ext cx="7368596" cy="608895"/>
          </a:xfrm>
          <a:prstGeom prst="rect">
            <a:avLst/>
          </a:prstGeom>
        </p:spPr>
        <p:txBody>
          <a:bodyPr/>
          <a:lstStyle>
            <a:lvl1pPr marL="0" indent="0">
              <a:buNone/>
              <a:defRPr sz="2000" spc="300">
                <a:solidFill>
                  <a:schemeClr val="accent6"/>
                </a:solidFill>
              </a:defRPr>
            </a:lvl1pPr>
            <a:lvl2pPr marL="457200" indent="0">
              <a:buNone/>
              <a:defRPr/>
            </a:lvl2pPr>
          </a:lstStyle>
          <a:p>
            <a:pPr lvl="0"/>
            <a:r>
              <a:rPr lang="en-US" noProof="0"/>
              <a:t>CLICK TO SUBTITLE STYLE</a:t>
            </a:r>
          </a:p>
        </p:txBody>
      </p:sp>
      <p:sp>
        <p:nvSpPr>
          <p:cNvPr id="2" name="Footer Placeholder 1">
            <a:extLst>
              <a:ext uri="{FF2B5EF4-FFF2-40B4-BE49-F238E27FC236}">
                <a16:creationId xmlns:a16="http://schemas.microsoft.com/office/drawing/2014/main" id="{5750A33E-CEFE-4D43-9554-513B01B1D3D9}"/>
              </a:ext>
            </a:extLst>
          </p:cNvPr>
          <p:cNvSpPr>
            <a:spLocks noGrp="1"/>
          </p:cNvSpPr>
          <p:nvPr>
            <p:ph type="ftr" sz="quarter" idx="17"/>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4A960C75-8FA7-5740-9388-2B5112B2C5B9}"/>
              </a:ext>
            </a:extLst>
          </p:cNvPr>
          <p:cNvSpPr>
            <a:spLocks noGrp="1"/>
          </p:cNvSpPr>
          <p:nvPr>
            <p:ph type="sldNum" sz="quarter" idx="18"/>
          </p:nvPr>
        </p:nvSpPr>
        <p:spPr/>
        <p:txBody>
          <a:bodyPr/>
          <a:lstStyle/>
          <a:p>
            <a:fld id="{8699F50C-BE38-4BD0-BA84-9B090E1F2B9B}" type="slidenum">
              <a:rPr lang="en-US" noProof="0" smtClean="0"/>
              <a:t>‹#›</a:t>
            </a:fld>
            <a:endParaRPr lang="en-US" noProof="0" dirty="0"/>
          </a:p>
        </p:txBody>
      </p:sp>
      <p:sp>
        <p:nvSpPr>
          <p:cNvPr id="17" name="Title 1" title="Title ">
            <a:extLst>
              <a:ext uri="{FF2B5EF4-FFF2-40B4-BE49-F238E27FC236}">
                <a16:creationId xmlns:a16="http://schemas.microsoft.com/office/drawing/2014/main" id="{0F525D04-A814-7A4D-9732-11097EA76257}"/>
              </a:ext>
            </a:extLst>
          </p:cNvPr>
          <p:cNvSpPr>
            <a:spLocks noGrp="1"/>
          </p:cNvSpPr>
          <p:nvPr>
            <p:ph type="title" hasCustomPrompt="1"/>
          </p:nvPr>
        </p:nvSpPr>
        <p:spPr>
          <a:xfrm>
            <a:off x="518678" y="209028"/>
            <a:ext cx="8333222" cy="1147969"/>
          </a:xfrm>
          <a:prstGeom prst="rect">
            <a:avLst/>
          </a:prstGeom>
        </p:spPr>
        <p:txBody>
          <a:bodyPr bIns="0" anchor="b">
            <a:normAutofit/>
          </a:bodyPr>
          <a:lstStyle>
            <a:lvl1pPr>
              <a:defRPr sz="4400" b="1">
                <a:solidFill>
                  <a:schemeClr val="accent1"/>
                </a:solidFill>
              </a:defRPr>
            </a:lvl1pPr>
          </a:lstStyle>
          <a:p>
            <a:r>
              <a:rPr lang="en-US" noProof="0"/>
              <a:t>Click to Edit Master Title Style </a:t>
            </a:r>
          </a:p>
        </p:txBody>
      </p:sp>
    </p:spTree>
    <p:extLst>
      <p:ext uri="{BB962C8B-B14F-4D97-AF65-F5344CB8AC3E}">
        <p14:creationId xmlns:p14="http://schemas.microsoft.com/office/powerpoint/2010/main" val="3415060917"/>
      </p:ext>
    </p:extLst>
  </p:cSld>
  <p:clrMapOvr>
    <a:masterClrMapping/>
  </p:clrMapOvr>
  <p:extLst mod="1">
    <p:ext uri="{DCECCB84-F9BA-43D5-87BE-67443E8EF086}">
      <p15:sldGuideLst xmlns:p15="http://schemas.microsoft.com/office/powerpoint/2012/main">
        <p15:guide id="1" orient="horz" pos="142">
          <p15:clr>
            <a:srgbClr val="FBAE40"/>
          </p15:clr>
        </p15:guide>
        <p15:guide id="2" pos="3840">
          <p15:clr>
            <a:srgbClr val="FBAE40"/>
          </p15:clr>
        </p15:guide>
        <p15:guide id="3" pos="77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79ED029D-F488-47E5-B064-0E35B31D23A5}"/>
              </a:ext>
            </a:extLst>
          </p:cNvPr>
          <p:cNvSpPr/>
          <p:nvPr userDrawn="1"/>
        </p:nvSpPr>
        <p:spPr>
          <a:xfrm flipV="1">
            <a:off x="0" y="-5"/>
            <a:ext cx="11747500" cy="6299203"/>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Picture Placeholder 31" title="Image">
            <a:extLst>
              <a:ext uri="{FF2B5EF4-FFF2-40B4-BE49-F238E27FC236}">
                <a16:creationId xmlns:a16="http://schemas.microsoft.com/office/drawing/2014/main" id="{D683190A-95C6-428D-AEE4-FC8350C3246D}"/>
              </a:ext>
            </a:extLst>
          </p:cNvPr>
          <p:cNvSpPr>
            <a:spLocks noGrp="1"/>
          </p:cNvSpPr>
          <p:nvPr>
            <p:ph type="pic" sz="quarter" idx="13" hasCustomPrompt="1"/>
          </p:nvPr>
        </p:nvSpPr>
        <p:spPr>
          <a:xfrm>
            <a:off x="359229" y="326570"/>
            <a:ext cx="11473542" cy="6204859"/>
          </a:xfrm>
          <a:prstGeom prst="rect">
            <a:avLst/>
          </a:prstGeom>
          <a:solidFill>
            <a:schemeClr val="bg1">
              <a:lumMod val="85000"/>
            </a:schemeClr>
          </a:solidFill>
        </p:spPr>
        <p:txBody>
          <a:bodyPr lIns="0" tIns="0" anchor="ctr"/>
          <a:lstStyle>
            <a:lvl1pPr marL="0" indent="0" algn="ctr">
              <a:buNone/>
              <a:defRPr sz="1100" i="1">
                <a:latin typeface="Times New Roman" panose="02020603050405020304" pitchFamily="18" charset="0"/>
                <a:cs typeface="Times New Roman" panose="02020603050405020304" pitchFamily="18" charset="0"/>
              </a:defRPr>
            </a:lvl1pPr>
          </a:lstStyle>
          <a:p>
            <a:r>
              <a:rPr lang="en-US" noProof="0" dirty="0"/>
              <a:t>Insert or Drag and Drop Image Here</a:t>
            </a:r>
          </a:p>
        </p:txBody>
      </p:sp>
      <p:cxnSp>
        <p:nvCxnSpPr>
          <p:cNvPr id="6" name="Straight Connector 5">
            <a:extLst>
              <a:ext uri="{FF2B5EF4-FFF2-40B4-BE49-F238E27FC236}">
                <a16:creationId xmlns:a16="http://schemas.microsoft.com/office/drawing/2014/main" id="{F78F4957-6DDE-40CE-9D33-00B1434FA085}"/>
              </a:ext>
            </a:extLst>
          </p:cNvPr>
          <p:cNvCxnSpPr>
            <a:cxnSpLocks/>
          </p:cNvCxnSpPr>
          <p:nvPr userDrawn="1"/>
        </p:nvCxnSpPr>
        <p:spPr>
          <a:xfrm flipV="1">
            <a:off x="0" y="5344886"/>
            <a:ext cx="2362200" cy="124097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itle 1" title="Title ">
            <a:extLst>
              <a:ext uri="{FF2B5EF4-FFF2-40B4-BE49-F238E27FC236}">
                <a16:creationId xmlns:a16="http://schemas.microsoft.com/office/drawing/2014/main" id="{D9A8085F-72C4-4DFB-813E-C5666B0CCF3A}"/>
              </a:ext>
            </a:extLst>
          </p:cNvPr>
          <p:cNvSpPr>
            <a:spLocks noGrp="1"/>
          </p:cNvSpPr>
          <p:nvPr>
            <p:ph type="title" hasCustomPrompt="1"/>
          </p:nvPr>
        </p:nvSpPr>
        <p:spPr>
          <a:xfrm>
            <a:off x="359229" y="558802"/>
            <a:ext cx="8333222" cy="939798"/>
          </a:xfrm>
          <a:prstGeom prst="rect">
            <a:avLst/>
          </a:prstGeom>
          <a:solidFill>
            <a:schemeClr val="bg1">
              <a:alpha val="90000"/>
            </a:schemeClr>
          </a:solidFill>
        </p:spPr>
        <p:txBody>
          <a:bodyPr lIns="288000" anchor="ctr">
            <a:normAutofit/>
          </a:bodyPr>
          <a:lstStyle>
            <a:lvl1pPr>
              <a:defRPr sz="3600" b="1">
                <a:solidFill>
                  <a:schemeClr val="tx1"/>
                </a:solidFill>
              </a:defRPr>
            </a:lvl1pPr>
          </a:lstStyle>
          <a:p>
            <a:r>
              <a:rPr lang="en-US" noProof="0"/>
              <a:t>Add Caption Here</a:t>
            </a:r>
          </a:p>
        </p:txBody>
      </p:sp>
    </p:spTree>
    <p:extLst>
      <p:ext uri="{BB962C8B-B14F-4D97-AF65-F5344CB8AC3E}">
        <p14:creationId xmlns:p14="http://schemas.microsoft.com/office/powerpoint/2010/main" val="423757677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title="Title">
            <a:extLst>
              <a:ext uri="{FF2B5EF4-FFF2-40B4-BE49-F238E27FC236}">
                <a16:creationId xmlns:a16="http://schemas.microsoft.com/office/drawing/2014/main" id="{A648E0EA-49ED-4F2D-A107-8FCE6301FC88}"/>
              </a:ext>
            </a:extLst>
          </p:cNvPr>
          <p:cNvSpPr>
            <a:spLocks noGrp="1"/>
          </p:cNvSpPr>
          <p:nvPr>
            <p:ph type="ctrTitle" hasCustomPrompt="1"/>
          </p:nvPr>
        </p:nvSpPr>
        <p:spPr>
          <a:xfrm>
            <a:off x="6375721" y="1821022"/>
            <a:ext cx="4853573" cy="1616252"/>
          </a:xfrm>
          <a:prstGeom prst="rect">
            <a:avLst/>
          </a:prstGeom>
        </p:spPr>
        <p:txBody>
          <a:bodyPr anchor="b">
            <a:normAutofit/>
          </a:bodyPr>
          <a:lstStyle>
            <a:lvl1pPr algn="l">
              <a:defRPr sz="4300" b="1">
                <a:solidFill>
                  <a:schemeClr val="accent1"/>
                </a:solidFill>
              </a:defRPr>
            </a:lvl1pPr>
          </a:lstStyle>
          <a:p>
            <a:r>
              <a:rPr lang="en-US" noProof="0"/>
              <a:t>Click To Edit Master Title Style</a:t>
            </a:r>
          </a:p>
        </p:txBody>
      </p:sp>
      <p:sp>
        <p:nvSpPr>
          <p:cNvPr id="9" name="Text Placeholder 3">
            <a:extLst>
              <a:ext uri="{FF2B5EF4-FFF2-40B4-BE49-F238E27FC236}">
                <a16:creationId xmlns:a16="http://schemas.microsoft.com/office/drawing/2014/main" id="{A488AB73-8058-4FB5-9619-FCECCA9F3941}"/>
              </a:ext>
            </a:extLst>
          </p:cNvPr>
          <p:cNvSpPr>
            <a:spLocks noGrp="1"/>
          </p:cNvSpPr>
          <p:nvPr>
            <p:ph type="body" sz="quarter" idx="15" hasCustomPrompt="1"/>
          </p:nvPr>
        </p:nvSpPr>
        <p:spPr>
          <a:xfrm>
            <a:off x="6822929" y="3461163"/>
            <a:ext cx="3445782" cy="288000"/>
          </a:xfrm>
          <a:prstGeom prst="rect">
            <a:avLst/>
          </a:prstGeom>
        </p:spPr>
        <p:txBody>
          <a:bodyPr/>
          <a:lstStyle>
            <a:lvl1pPr marL="0" indent="0">
              <a:buNone/>
              <a:defRPr sz="1800">
                <a:latin typeface="+mn-lt"/>
                <a:cs typeface="Calibri Light" panose="020F0302020204030204" pitchFamily="34" charset="0"/>
              </a:defRPr>
            </a:lvl1pPr>
          </a:lstStyle>
          <a:p>
            <a:r>
              <a:rPr lang="en-US" noProof="0"/>
              <a:t>Name</a:t>
            </a:r>
          </a:p>
        </p:txBody>
      </p:sp>
      <p:sp>
        <p:nvSpPr>
          <p:cNvPr id="10" name="Text Placeholder 4">
            <a:extLst>
              <a:ext uri="{FF2B5EF4-FFF2-40B4-BE49-F238E27FC236}">
                <a16:creationId xmlns:a16="http://schemas.microsoft.com/office/drawing/2014/main" id="{359BE165-3EB5-4C11-8B53-6E98C0BC2E65}"/>
              </a:ext>
            </a:extLst>
          </p:cNvPr>
          <p:cNvSpPr>
            <a:spLocks noGrp="1"/>
          </p:cNvSpPr>
          <p:nvPr>
            <p:ph type="body" sz="quarter" idx="16" hasCustomPrompt="1"/>
          </p:nvPr>
        </p:nvSpPr>
        <p:spPr>
          <a:xfrm>
            <a:off x="6822929" y="3839451"/>
            <a:ext cx="3445782" cy="288000"/>
          </a:xfrm>
          <a:prstGeom prst="rect">
            <a:avLst/>
          </a:prstGeom>
        </p:spPr>
        <p:txBody>
          <a:bodyPr/>
          <a:lstStyle>
            <a:lvl1pPr marL="0" indent="0">
              <a:buNone/>
              <a:defRPr sz="1800">
                <a:latin typeface="+mn-lt"/>
                <a:cs typeface="Calibri Light" panose="020F0302020204030204" pitchFamily="34" charset="0"/>
              </a:defRPr>
            </a:lvl1pPr>
          </a:lstStyle>
          <a:p>
            <a:r>
              <a:rPr lang="en-US" noProof="0"/>
              <a:t>Phone Number</a:t>
            </a:r>
          </a:p>
        </p:txBody>
      </p:sp>
      <p:sp>
        <p:nvSpPr>
          <p:cNvPr id="11" name="Text Placeholder 5">
            <a:extLst>
              <a:ext uri="{FF2B5EF4-FFF2-40B4-BE49-F238E27FC236}">
                <a16:creationId xmlns:a16="http://schemas.microsoft.com/office/drawing/2014/main" id="{79D05293-35AD-495F-A7AE-942398090B15}"/>
              </a:ext>
            </a:extLst>
          </p:cNvPr>
          <p:cNvSpPr>
            <a:spLocks noGrp="1"/>
          </p:cNvSpPr>
          <p:nvPr>
            <p:ph type="body" sz="quarter" idx="17" hasCustomPrompt="1"/>
          </p:nvPr>
        </p:nvSpPr>
        <p:spPr>
          <a:xfrm>
            <a:off x="6822928" y="4216669"/>
            <a:ext cx="3445783" cy="289070"/>
          </a:xfrm>
          <a:prstGeom prst="rect">
            <a:avLst/>
          </a:prstGeom>
        </p:spPr>
        <p:txBody>
          <a:bodyPr/>
          <a:lstStyle>
            <a:lvl1pPr marL="0" indent="0">
              <a:buNone/>
              <a:defRPr sz="1800">
                <a:latin typeface="+mn-lt"/>
                <a:cs typeface="Calibri Light" panose="020F0302020204030204" pitchFamily="34" charset="0"/>
              </a:defRPr>
            </a:lvl1pPr>
          </a:lstStyle>
          <a:p>
            <a:r>
              <a:rPr lang="en-US" noProof="0"/>
              <a:t>Email </a:t>
            </a:r>
          </a:p>
        </p:txBody>
      </p:sp>
      <p:sp>
        <p:nvSpPr>
          <p:cNvPr id="13" name="Text Placeholder 21">
            <a:extLst>
              <a:ext uri="{FF2B5EF4-FFF2-40B4-BE49-F238E27FC236}">
                <a16:creationId xmlns:a16="http://schemas.microsoft.com/office/drawing/2014/main" id="{997A03F2-8D8A-4425-9F56-66DB33CE11A1}"/>
              </a:ext>
            </a:extLst>
          </p:cNvPr>
          <p:cNvSpPr>
            <a:spLocks noGrp="1"/>
          </p:cNvSpPr>
          <p:nvPr>
            <p:ph type="body" sz="quarter" idx="18" hasCustomPrompt="1"/>
          </p:nvPr>
        </p:nvSpPr>
        <p:spPr>
          <a:xfrm>
            <a:off x="6822929" y="4594957"/>
            <a:ext cx="3445782" cy="288000"/>
          </a:xfrm>
          <a:prstGeom prst="rect">
            <a:avLst/>
          </a:prstGeom>
        </p:spPr>
        <p:txBody>
          <a:bodyPr/>
          <a:lstStyle>
            <a:lvl1pPr marL="0" indent="0">
              <a:buNone/>
              <a:defRPr sz="1800">
                <a:latin typeface="+mn-lt"/>
                <a:cs typeface="Calibri Light" panose="020F0302020204030204" pitchFamily="34" charset="0"/>
              </a:defRPr>
            </a:lvl1pPr>
          </a:lstStyle>
          <a:p>
            <a:r>
              <a:rPr lang="en-US" noProof="0"/>
              <a:t>Company Website</a:t>
            </a:r>
          </a:p>
        </p:txBody>
      </p:sp>
      <p:sp>
        <p:nvSpPr>
          <p:cNvPr id="14" name="Shape 4157">
            <a:extLst>
              <a:ext uri="{FF2B5EF4-FFF2-40B4-BE49-F238E27FC236}">
                <a16:creationId xmlns:a16="http://schemas.microsoft.com/office/drawing/2014/main" id="{A30A8F28-98F4-425F-A750-78192A157DF4}"/>
              </a:ext>
            </a:extLst>
          </p:cNvPr>
          <p:cNvSpPr/>
          <p:nvPr userDrawn="1"/>
        </p:nvSpPr>
        <p:spPr>
          <a:xfrm>
            <a:off x="6458938" y="3505247"/>
            <a:ext cx="258875" cy="258875"/>
          </a:xfrm>
          <a:custGeom>
            <a:avLst/>
            <a:gdLst/>
            <a:ahLst/>
            <a:cxnLst>
              <a:cxn ang="0">
                <a:pos x="wd2" y="hd2"/>
              </a:cxn>
              <a:cxn ang="5400000">
                <a:pos x="wd2" y="hd2"/>
              </a:cxn>
              <a:cxn ang="10800000">
                <a:pos x="wd2" y="hd2"/>
              </a:cxn>
              <a:cxn ang="16200000">
                <a:pos x="wd2" y="hd2"/>
              </a:cxn>
            </a:cxnLst>
            <a:rect l="0" t="0"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chemeClr val="accent2"/>
          </a:solidFill>
          <a:ln w="12700">
            <a:miter lim="400000"/>
          </a:ln>
        </p:spPr>
        <p:txBody>
          <a:bodyPr lIns="38100" tIns="38100" rIns="38100" bIns="38100" anchor="ctr"/>
          <a:lstStyle/>
          <a:p>
            <a:pPr algn="ctr" defTabSz="457200">
              <a:lnSpc>
                <a:spcPct val="100000"/>
              </a:lnSpc>
              <a:defRPr sz="3000" spc="0">
                <a:solidFill>
                  <a:srgbClr val="FFFFFF"/>
                </a:solidFill>
                <a:effectLst>
                  <a:outerShdw blurRad="38100" dist="12700" dir="5400000" rotWithShape="0">
                    <a:srgbClr val="000000">
                      <a:alpha val="50000"/>
                    </a:srgbClr>
                  </a:outerShdw>
                </a:effectLst>
                <a:latin typeface="Gill Sans SemiBold"/>
                <a:ea typeface="Gill Sans SemiBold"/>
                <a:cs typeface="Gill Sans SemiBold"/>
                <a:sym typeface="Gill Sans SemiBold"/>
              </a:defRPr>
            </a:pPr>
            <a:endParaRPr lang="en-US" noProof="0" dirty="0"/>
          </a:p>
        </p:txBody>
      </p:sp>
      <p:sp>
        <p:nvSpPr>
          <p:cNvPr id="15" name="Shape 4186">
            <a:extLst>
              <a:ext uri="{FF2B5EF4-FFF2-40B4-BE49-F238E27FC236}">
                <a16:creationId xmlns:a16="http://schemas.microsoft.com/office/drawing/2014/main" id="{2F84D399-8148-4E86-A1E4-BE7D1D81383A}"/>
              </a:ext>
            </a:extLst>
          </p:cNvPr>
          <p:cNvSpPr/>
          <p:nvPr userDrawn="1"/>
        </p:nvSpPr>
        <p:spPr>
          <a:xfrm>
            <a:off x="6507622" y="3897986"/>
            <a:ext cx="161507" cy="296095"/>
          </a:xfrm>
          <a:custGeom>
            <a:avLst/>
            <a:gdLst/>
            <a:ahLst/>
            <a:cxnLst>
              <a:cxn ang="0">
                <a:pos x="wd2" y="hd2"/>
              </a:cxn>
              <a:cxn ang="5400000">
                <a:pos x="wd2" y="hd2"/>
              </a:cxn>
              <a:cxn ang="10800000">
                <a:pos x="wd2" y="hd2"/>
              </a:cxn>
              <a:cxn ang="16200000">
                <a:pos x="wd2" y="hd2"/>
              </a:cxn>
            </a:cxnLst>
            <a:rect l="0" t="0" r="r" b="b"/>
            <a:pathLst>
              <a:path w="21600" h="21600" extrusionOk="0">
                <a:moveTo>
                  <a:pt x="11700" y="1473"/>
                </a:moveTo>
                <a:lnTo>
                  <a:pt x="9900" y="1473"/>
                </a:lnTo>
                <a:cubicBezTo>
                  <a:pt x="9403" y="1473"/>
                  <a:pt x="9000" y="1692"/>
                  <a:pt x="9000" y="1964"/>
                </a:cubicBezTo>
                <a:cubicBezTo>
                  <a:pt x="9000" y="2235"/>
                  <a:pt x="9403" y="2455"/>
                  <a:pt x="9900" y="2455"/>
                </a:cubicBezTo>
                <a:lnTo>
                  <a:pt x="11700" y="2455"/>
                </a:lnTo>
                <a:cubicBezTo>
                  <a:pt x="12197" y="2455"/>
                  <a:pt x="12600" y="2235"/>
                  <a:pt x="12600" y="1964"/>
                </a:cubicBezTo>
                <a:cubicBezTo>
                  <a:pt x="12600" y="1692"/>
                  <a:pt x="12197" y="1473"/>
                  <a:pt x="11700" y="1473"/>
                </a:cubicBezTo>
                <a:moveTo>
                  <a:pt x="19800" y="2945"/>
                </a:moveTo>
                <a:lnTo>
                  <a:pt x="1800" y="2945"/>
                </a:lnTo>
                <a:lnTo>
                  <a:pt x="1800" y="1964"/>
                </a:lnTo>
                <a:cubicBezTo>
                  <a:pt x="1800" y="1422"/>
                  <a:pt x="2605" y="982"/>
                  <a:pt x="3600" y="982"/>
                </a:cubicBezTo>
                <a:lnTo>
                  <a:pt x="18000" y="982"/>
                </a:lnTo>
                <a:cubicBezTo>
                  <a:pt x="18993" y="982"/>
                  <a:pt x="19800" y="1422"/>
                  <a:pt x="19800" y="1964"/>
                </a:cubicBezTo>
                <a:cubicBezTo>
                  <a:pt x="19800" y="1964"/>
                  <a:pt x="19800" y="2945"/>
                  <a:pt x="19800" y="2945"/>
                </a:cubicBezTo>
                <a:close/>
                <a:moveTo>
                  <a:pt x="19800" y="17673"/>
                </a:moveTo>
                <a:lnTo>
                  <a:pt x="1800" y="17673"/>
                </a:lnTo>
                <a:lnTo>
                  <a:pt x="1800" y="3927"/>
                </a:lnTo>
                <a:lnTo>
                  <a:pt x="19800" y="3927"/>
                </a:lnTo>
                <a:cubicBezTo>
                  <a:pt x="19800" y="3927"/>
                  <a:pt x="19800" y="17673"/>
                  <a:pt x="19800" y="17673"/>
                </a:cubicBezTo>
                <a:close/>
                <a:moveTo>
                  <a:pt x="19800" y="19636"/>
                </a:moveTo>
                <a:cubicBezTo>
                  <a:pt x="19800" y="20179"/>
                  <a:pt x="18993" y="20618"/>
                  <a:pt x="18000" y="20618"/>
                </a:cubicBezTo>
                <a:lnTo>
                  <a:pt x="3600" y="20618"/>
                </a:lnTo>
                <a:cubicBezTo>
                  <a:pt x="2605" y="20618"/>
                  <a:pt x="1800" y="20179"/>
                  <a:pt x="1800" y="19636"/>
                </a:cubicBezTo>
                <a:lnTo>
                  <a:pt x="1800" y="18655"/>
                </a:lnTo>
                <a:lnTo>
                  <a:pt x="19800" y="18655"/>
                </a:lnTo>
                <a:cubicBezTo>
                  <a:pt x="19800" y="18655"/>
                  <a:pt x="19800" y="19636"/>
                  <a:pt x="19800" y="19636"/>
                </a:cubicBezTo>
                <a:close/>
                <a:moveTo>
                  <a:pt x="18000" y="0"/>
                </a:moveTo>
                <a:lnTo>
                  <a:pt x="3600" y="0"/>
                </a:lnTo>
                <a:cubicBezTo>
                  <a:pt x="1612" y="0"/>
                  <a:pt x="0" y="879"/>
                  <a:pt x="0" y="1964"/>
                </a:cubicBezTo>
                <a:lnTo>
                  <a:pt x="0" y="19636"/>
                </a:lnTo>
                <a:cubicBezTo>
                  <a:pt x="0" y="20721"/>
                  <a:pt x="1612" y="21600"/>
                  <a:pt x="3600" y="21600"/>
                </a:cubicBezTo>
                <a:lnTo>
                  <a:pt x="18000" y="21600"/>
                </a:lnTo>
                <a:cubicBezTo>
                  <a:pt x="19988" y="21600"/>
                  <a:pt x="21600" y="20721"/>
                  <a:pt x="21600" y="19636"/>
                </a:cubicBezTo>
                <a:lnTo>
                  <a:pt x="21600" y="1964"/>
                </a:lnTo>
                <a:cubicBezTo>
                  <a:pt x="21600" y="879"/>
                  <a:pt x="19988" y="0"/>
                  <a:pt x="18000" y="0"/>
                </a:cubicBezTo>
                <a:moveTo>
                  <a:pt x="10800" y="20127"/>
                </a:moveTo>
                <a:cubicBezTo>
                  <a:pt x="11297" y="20127"/>
                  <a:pt x="11700" y="19908"/>
                  <a:pt x="11700" y="19636"/>
                </a:cubicBezTo>
                <a:cubicBezTo>
                  <a:pt x="11700" y="19366"/>
                  <a:pt x="11297" y="19145"/>
                  <a:pt x="10800" y="19145"/>
                </a:cubicBezTo>
                <a:cubicBezTo>
                  <a:pt x="10303" y="19145"/>
                  <a:pt x="9900" y="19366"/>
                  <a:pt x="9900" y="19636"/>
                </a:cubicBezTo>
                <a:cubicBezTo>
                  <a:pt x="9900" y="19908"/>
                  <a:pt x="10303" y="20127"/>
                  <a:pt x="10800" y="20127"/>
                </a:cubicBezTo>
              </a:path>
            </a:pathLst>
          </a:custGeom>
          <a:solidFill>
            <a:schemeClr val="accent2"/>
          </a:solidFill>
          <a:ln w="12700">
            <a:miter lim="400000"/>
          </a:ln>
        </p:spPr>
        <p:txBody>
          <a:bodyPr lIns="38100" tIns="38100" rIns="38100" bIns="38100" anchor="ctr"/>
          <a:lstStyle/>
          <a:p>
            <a:pPr algn="ctr" defTabSz="457200">
              <a:lnSpc>
                <a:spcPct val="100000"/>
              </a:lnSpc>
              <a:defRPr sz="3000" spc="0">
                <a:solidFill>
                  <a:srgbClr val="FFFFFF"/>
                </a:solidFill>
                <a:effectLst>
                  <a:outerShdw blurRad="38100" dist="12700" dir="5400000" rotWithShape="0">
                    <a:srgbClr val="000000">
                      <a:alpha val="50000"/>
                    </a:srgbClr>
                  </a:outerShdw>
                </a:effectLst>
                <a:latin typeface="Gill Sans SemiBold"/>
                <a:ea typeface="Gill Sans SemiBold"/>
                <a:cs typeface="Gill Sans SemiBold"/>
                <a:sym typeface="Gill Sans SemiBold"/>
              </a:defRPr>
            </a:pPr>
            <a:endParaRPr lang="en-US" noProof="0" dirty="0"/>
          </a:p>
        </p:txBody>
      </p:sp>
      <p:sp>
        <p:nvSpPr>
          <p:cNvPr id="19" name="Shape 4379">
            <a:extLst>
              <a:ext uri="{FF2B5EF4-FFF2-40B4-BE49-F238E27FC236}">
                <a16:creationId xmlns:a16="http://schemas.microsoft.com/office/drawing/2014/main" id="{E4408FF8-E342-42F8-BBE9-1220822B5E99}"/>
              </a:ext>
            </a:extLst>
          </p:cNvPr>
          <p:cNvSpPr/>
          <p:nvPr userDrawn="1"/>
        </p:nvSpPr>
        <p:spPr>
          <a:xfrm>
            <a:off x="6458938" y="4327945"/>
            <a:ext cx="258875" cy="188273"/>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accent2"/>
          </a:solidFill>
          <a:ln w="12700">
            <a:miter lim="400000"/>
          </a:ln>
        </p:spPr>
        <p:txBody>
          <a:bodyPr lIns="38100" tIns="38100" rIns="38100" bIns="38100" anchor="ctr"/>
          <a:lstStyle/>
          <a:p>
            <a:pPr algn="ctr" defTabSz="457200">
              <a:lnSpc>
                <a:spcPct val="100000"/>
              </a:lnSpc>
              <a:defRPr sz="3000" spc="0">
                <a:solidFill>
                  <a:srgbClr val="FFFFFF"/>
                </a:solidFill>
                <a:effectLst>
                  <a:outerShdw blurRad="38100" dist="12700" dir="5400000" rotWithShape="0">
                    <a:srgbClr val="000000">
                      <a:alpha val="50000"/>
                    </a:srgbClr>
                  </a:outerShdw>
                </a:effectLst>
                <a:latin typeface="Gill Sans SemiBold"/>
                <a:ea typeface="Gill Sans SemiBold"/>
                <a:cs typeface="Gill Sans SemiBold"/>
                <a:sym typeface="Gill Sans SemiBold"/>
              </a:defRPr>
            </a:pPr>
            <a:endParaRPr lang="en-US" noProof="0" dirty="0"/>
          </a:p>
        </p:txBody>
      </p:sp>
      <p:sp>
        <p:nvSpPr>
          <p:cNvPr id="20" name="Shape 4487">
            <a:extLst>
              <a:ext uri="{FF2B5EF4-FFF2-40B4-BE49-F238E27FC236}">
                <a16:creationId xmlns:a16="http://schemas.microsoft.com/office/drawing/2014/main" id="{11D27456-C005-4109-9E74-0B692200A0B3}"/>
              </a:ext>
            </a:extLst>
          </p:cNvPr>
          <p:cNvSpPr/>
          <p:nvPr userDrawn="1"/>
        </p:nvSpPr>
        <p:spPr>
          <a:xfrm>
            <a:off x="6471716" y="4650082"/>
            <a:ext cx="233318" cy="233318"/>
          </a:xfrm>
          <a:custGeom>
            <a:avLst/>
            <a:gdLst/>
            <a:ahLst/>
            <a:cxnLst>
              <a:cxn ang="0">
                <a:pos x="wd2" y="hd2"/>
              </a:cxn>
              <a:cxn ang="5400000">
                <a:pos x="wd2" y="hd2"/>
              </a:cxn>
              <a:cxn ang="10800000">
                <a:pos x="wd2" y="hd2"/>
              </a:cxn>
              <a:cxn ang="16200000">
                <a:pos x="wd2" y="hd2"/>
              </a:cxn>
            </a:cxnLst>
            <a:rect l="0" t="0"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chemeClr val="accent2"/>
          </a:solidFill>
          <a:ln w="12700">
            <a:miter lim="400000"/>
          </a:ln>
        </p:spPr>
        <p:txBody>
          <a:bodyPr lIns="38100" tIns="38100" rIns="38100" bIns="38100" anchor="ctr"/>
          <a:lstStyle/>
          <a:p>
            <a:pPr algn="ctr" defTabSz="457200">
              <a:lnSpc>
                <a:spcPct val="100000"/>
              </a:lnSpc>
              <a:defRPr sz="3000" spc="0">
                <a:solidFill>
                  <a:srgbClr val="FFFFFF"/>
                </a:solidFill>
                <a:effectLst>
                  <a:outerShdw blurRad="38100" dist="12700" dir="5400000" rotWithShape="0">
                    <a:srgbClr val="000000">
                      <a:alpha val="50000"/>
                    </a:srgbClr>
                  </a:outerShdw>
                </a:effectLst>
                <a:latin typeface="Gill Sans SemiBold"/>
                <a:ea typeface="Gill Sans SemiBold"/>
                <a:cs typeface="Gill Sans SemiBold"/>
                <a:sym typeface="Gill Sans SemiBold"/>
              </a:defRPr>
            </a:pPr>
            <a:endParaRPr lang="en-US" noProof="0" dirty="0"/>
          </a:p>
        </p:txBody>
      </p:sp>
      <p:sp>
        <p:nvSpPr>
          <p:cNvPr id="21" name="Right Triangle 20">
            <a:extLst>
              <a:ext uri="{FF2B5EF4-FFF2-40B4-BE49-F238E27FC236}">
                <a16:creationId xmlns:a16="http://schemas.microsoft.com/office/drawing/2014/main" id="{FDDD2B84-3CB9-4567-8C91-C538E8A1C89F}"/>
              </a:ext>
            </a:extLst>
          </p:cNvPr>
          <p:cNvSpPr/>
          <p:nvPr userDrawn="1"/>
        </p:nvSpPr>
        <p:spPr>
          <a:xfrm flipV="1">
            <a:off x="0" y="-6"/>
            <a:ext cx="10625328" cy="5404110"/>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2" name="Straight Connector 21">
            <a:extLst>
              <a:ext uri="{FF2B5EF4-FFF2-40B4-BE49-F238E27FC236}">
                <a16:creationId xmlns:a16="http://schemas.microsoft.com/office/drawing/2014/main" id="{34EF3020-1476-41B1-9FE7-B476A25C53D3}"/>
              </a:ext>
            </a:extLst>
          </p:cNvPr>
          <p:cNvCxnSpPr>
            <a:cxnSpLocks/>
          </p:cNvCxnSpPr>
          <p:nvPr userDrawn="1"/>
        </p:nvCxnSpPr>
        <p:spPr>
          <a:xfrm flipV="1">
            <a:off x="0" y="0"/>
            <a:ext cx="6030686" cy="3004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1B64EC3-B232-415D-8E27-EB3E24D13922}"/>
              </a:ext>
            </a:extLst>
          </p:cNvPr>
          <p:cNvCxnSpPr>
            <a:cxnSpLocks/>
          </p:cNvCxnSpPr>
          <p:nvPr userDrawn="1"/>
        </p:nvCxnSpPr>
        <p:spPr>
          <a:xfrm flipV="1">
            <a:off x="9004301" y="3924299"/>
            <a:ext cx="3187700" cy="168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261CE2F-F199-4242-AC6C-692676B81FF1}"/>
              </a:ext>
            </a:extLst>
          </p:cNvPr>
          <p:cNvCxnSpPr>
            <a:cxnSpLocks/>
          </p:cNvCxnSpPr>
          <p:nvPr userDrawn="1"/>
        </p:nvCxnSpPr>
        <p:spPr>
          <a:xfrm flipV="1">
            <a:off x="-17837" y="4700016"/>
            <a:ext cx="1919789" cy="100105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Picture Placeholder 24">
            <a:extLst>
              <a:ext uri="{FF2B5EF4-FFF2-40B4-BE49-F238E27FC236}">
                <a16:creationId xmlns:a16="http://schemas.microsoft.com/office/drawing/2014/main" id="{89C0506D-0CA6-4583-9D04-24E7F4D16AD8}"/>
              </a:ext>
            </a:extLst>
          </p:cNvPr>
          <p:cNvSpPr>
            <a:spLocks noGrp="1"/>
          </p:cNvSpPr>
          <p:nvPr>
            <p:ph type="pic" sz="quarter" idx="13"/>
          </p:nvPr>
        </p:nvSpPr>
        <p:spPr>
          <a:xfrm>
            <a:off x="1683398" y="860944"/>
            <a:ext cx="4428523" cy="5137089"/>
          </a:xfrm>
          <a:custGeom>
            <a:avLst/>
            <a:gdLst>
              <a:gd name="connsiteX0" fmla="*/ 2214261 w 4428523"/>
              <a:gd name="connsiteY0" fmla="*/ 0 h 5137089"/>
              <a:gd name="connsiteX1" fmla="*/ 4428523 w 4428523"/>
              <a:gd name="connsiteY1" fmla="*/ 1107131 h 5137089"/>
              <a:gd name="connsiteX2" fmla="*/ 4428523 w 4428523"/>
              <a:gd name="connsiteY2" fmla="*/ 4029957 h 5137089"/>
              <a:gd name="connsiteX3" fmla="*/ 2214261 w 4428523"/>
              <a:gd name="connsiteY3" fmla="*/ 5137089 h 5137089"/>
              <a:gd name="connsiteX4" fmla="*/ 0 w 4428523"/>
              <a:gd name="connsiteY4" fmla="*/ 4029957 h 5137089"/>
              <a:gd name="connsiteX5" fmla="*/ 0 w 4428523"/>
              <a:gd name="connsiteY5" fmla="*/ 1107131 h 513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8523" h="5137089">
                <a:moveTo>
                  <a:pt x="2214261" y="0"/>
                </a:moveTo>
                <a:lnTo>
                  <a:pt x="4428523" y="1107131"/>
                </a:lnTo>
                <a:lnTo>
                  <a:pt x="4428523" y="4029957"/>
                </a:lnTo>
                <a:lnTo>
                  <a:pt x="2214261" y="5137089"/>
                </a:lnTo>
                <a:lnTo>
                  <a:pt x="0" y="4029957"/>
                </a:lnTo>
                <a:lnTo>
                  <a:pt x="0" y="1107131"/>
                </a:lnTo>
                <a:close/>
              </a:path>
            </a:pathLst>
          </a:custGeom>
        </p:spPr>
        <p:txBody>
          <a:bodyPr wrap="square" anchor="ctr">
            <a:noAutofit/>
          </a:bodyPr>
          <a:lstStyle>
            <a:lvl1pPr marL="0" indent="0" algn="ctr">
              <a:buNone/>
              <a:defRPr>
                <a:solidFill>
                  <a:schemeClr val="tx1"/>
                </a:solidFill>
              </a:defRPr>
            </a:lvl1pPr>
          </a:lstStyle>
          <a:p>
            <a:r>
              <a:rPr lang="en-US" noProof="0" smtClean="0"/>
              <a:t>Click icon to add picture</a:t>
            </a:r>
            <a:endParaRPr lang="en-US" noProof="0" dirty="0"/>
          </a:p>
        </p:txBody>
      </p:sp>
    </p:spTree>
    <p:extLst>
      <p:ext uri="{BB962C8B-B14F-4D97-AF65-F5344CB8AC3E}">
        <p14:creationId xmlns:p14="http://schemas.microsoft.com/office/powerpoint/2010/main" val="3839051282"/>
      </p:ext>
    </p:extLst>
  </p:cSld>
  <p:clrMapOvr>
    <a:masterClrMapping/>
  </p:clrMapOvr>
  <p:extLst mod="1">
    <p:ext uri="{DCECCB84-F9BA-43D5-87BE-67443E8EF086}">
      <p15:sldGuideLst xmlns:p15="http://schemas.microsoft.com/office/powerpoint/2012/main">
        <p15:guide id="1" orient="horz" pos="2160">
          <p15:clr>
            <a:srgbClr val="FBAE40"/>
          </p15:clr>
        </p15:guide>
        <p15:guide id="2" pos="7537">
          <p15:clr>
            <a:srgbClr val="FBAE40"/>
          </p15:clr>
        </p15:guide>
        <p15:guide id="3" pos="138">
          <p15:clr>
            <a:srgbClr val="FBAE40"/>
          </p15:clr>
        </p15:guide>
        <p15:guide id="4" orient="horz" pos="4178">
          <p15:clr>
            <a:srgbClr val="FBAE40"/>
          </p15:clr>
        </p15:guide>
        <p15:guide id="5" orient="horz" pos="142">
          <p15:clr>
            <a:srgbClr val="FBAE40"/>
          </p15:clr>
        </p15:guide>
        <p15:guide id="6" pos="2457">
          <p15:clr>
            <a:srgbClr val="FBAE40"/>
          </p15:clr>
        </p15:guide>
        <p15:guide id="7" pos="43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Right Triangle 10">
            <a:extLst>
              <a:ext uri="{FF2B5EF4-FFF2-40B4-BE49-F238E27FC236}">
                <a16:creationId xmlns:a16="http://schemas.microsoft.com/office/drawing/2014/main" id="{037924D2-2AB4-4BE1-9687-836615C72DFC}"/>
              </a:ext>
            </a:extLst>
          </p:cNvPr>
          <p:cNvSpPr/>
          <p:nvPr userDrawn="1"/>
        </p:nvSpPr>
        <p:spPr>
          <a:xfrm flipV="1">
            <a:off x="0" y="-6"/>
            <a:ext cx="10625328" cy="5404110"/>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Connector 15">
            <a:extLst>
              <a:ext uri="{FF2B5EF4-FFF2-40B4-BE49-F238E27FC236}">
                <a16:creationId xmlns:a16="http://schemas.microsoft.com/office/drawing/2014/main" id="{A93BC534-BFA1-4292-899F-03AC711BF7C5}"/>
              </a:ext>
            </a:extLst>
          </p:cNvPr>
          <p:cNvCxnSpPr>
            <a:cxnSpLocks/>
          </p:cNvCxnSpPr>
          <p:nvPr userDrawn="1"/>
        </p:nvCxnSpPr>
        <p:spPr>
          <a:xfrm flipV="1">
            <a:off x="0" y="0"/>
            <a:ext cx="6030686" cy="3004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EE4DB5-5DEF-4DDB-9764-FD834B9DCAEC}"/>
              </a:ext>
            </a:extLst>
          </p:cNvPr>
          <p:cNvCxnSpPr>
            <a:cxnSpLocks/>
          </p:cNvCxnSpPr>
          <p:nvPr userDrawn="1"/>
        </p:nvCxnSpPr>
        <p:spPr>
          <a:xfrm flipV="1">
            <a:off x="9004301" y="3924299"/>
            <a:ext cx="3187700" cy="168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title="Title">
            <a:extLst>
              <a:ext uri="{FF2B5EF4-FFF2-40B4-BE49-F238E27FC236}">
                <a16:creationId xmlns:a16="http://schemas.microsoft.com/office/drawing/2014/main" id="{A648E0EA-49ED-4F2D-A107-8FCE6301FC88}"/>
              </a:ext>
            </a:extLst>
          </p:cNvPr>
          <p:cNvSpPr>
            <a:spLocks noGrp="1"/>
          </p:cNvSpPr>
          <p:nvPr>
            <p:ph type="ctrTitle" hasCustomPrompt="1"/>
          </p:nvPr>
        </p:nvSpPr>
        <p:spPr>
          <a:xfrm>
            <a:off x="6375721" y="2006084"/>
            <a:ext cx="4853573" cy="1616252"/>
          </a:xfrm>
          <a:prstGeom prst="rect">
            <a:avLst/>
          </a:prstGeom>
        </p:spPr>
        <p:txBody>
          <a:bodyPr anchor="b">
            <a:normAutofit/>
          </a:bodyPr>
          <a:lstStyle>
            <a:lvl1pPr algn="l">
              <a:defRPr sz="4300" b="1">
                <a:solidFill>
                  <a:schemeClr val="accent1"/>
                </a:solidFill>
              </a:defRPr>
            </a:lvl1pPr>
          </a:lstStyle>
          <a:p>
            <a:r>
              <a:rPr lang="en-US" noProof="0"/>
              <a:t>Click To Edit Master Title Style</a:t>
            </a:r>
          </a:p>
        </p:txBody>
      </p:sp>
      <p:sp>
        <p:nvSpPr>
          <p:cNvPr id="3" name="Subtitle 2" title="Subtitle">
            <a:extLst>
              <a:ext uri="{FF2B5EF4-FFF2-40B4-BE49-F238E27FC236}">
                <a16:creationId xmlns:a16="http://schemas.microsoft.com/office/drawing/2014/main" id="{06317687-D49E-41F7-A330-C78C728F0D12}"/>
              </a:ext>
            </a:extLst>
          </p:cNvPr>
          <p:cNvSpPr>
            <a:spLocks noGrp="1"/>
          </p:cNvSpPr>
          <p:nvPr>
            <p:ph type="subTitle" idx="1" hasCustomPrompt="1"/>
          </p:nvPr>
        </p:nvSpPr>
        <p:spPr>
          <a:xfrm>
            <a:off x="6375214" y="3640998"/>
            <a:ext cx="4854339" cy="1257574"/>
          </a:xfrm>
          <a:prstGeom prst="rect">
            <a:avLst/>
          </a:prstGeom>
        </p:spPr>
        <p:txBody>
          <a:bodyPr/>
          <a:lstStyle>
            <a:lvl1pPr marL="0" indent="0" algn="l">
              <a:buNone/>
              <a:defRPr sz="2400" b="0" i="0" spc="300">
                <a:solidFill>
                  <a:schemeClr val="accent6"/>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cxnSp>
        <p:nvCxnSpPr>
          <p:cNvPr id="9" name="Straight Connector 8">
            <a:extLst>
              <a:ext uri="{FF2B5EF4-FFF2-40B4-BE49-F238E27FC236}">
                <a16:creationId xmlns:a16="http://schemas.microsoft.com/office/drawing/2014/main" id="{162849C0-AA0D-4E1A-B4B6-E6A5917AC0A5}"/>
              </a:ext>
            </a:extLst>
          </p:cNvPr>
          <p:cNvCxnSpPr>
            <a:cxnSpLocks/>
          </p:cNvCxnSpPr>
          <p:nvPr userDrawn="1"/>
        </p:nvCxnSpPr>
        <p:spPr>
          <a:xfrm flipV="1">
            <a:off x="-17837" y="4700016"/>
            <a:ext cx="1919789" cy="100105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4561729"/>
      </p:ext>
    </p:extLst>
  </p:cSld>
  <p:clrMapOvr>
    <a:masterClrMapping/>
  </p:clrMapOvr>
  <p:extLst mod="1">
    <p:ext uri="{DCECCB84-F9BA-43D5-87BE-67443E8EF086}">
      <p15:sldGuideLst xmlns:p15="http://schemas.microsoft.com/office/powerpoint/2012/main">
        <p15:guide id="1" orient="horz" pos="2160">
          <p15:clr>
            <a:srgbClr val="FBAE40"/>
          </p15:clr>
        </p15:guide>
        <p15:guide id="2" pos="7537">
          <p15:clr>
            <a:srgbClr val="FBAE40"/>
          </p15:clr>
        </p15:guide>
        <p15:guide id="3" pos="138">
          <p15:clr>
            <a:srgbClr val="FBAE40"/>
          </p15:clr>
        </p15:guide>
        <p15:guide id="4" orient="horz" pos="4178">
          <p15:clr>
            <a:srgbClr val="FBAE40"/>
          </p15:clr>
        </p15:guide>
        <p15:guide id="5" orient="horz" pos="142">
          <p15:clr>
            <a:srgbClr val="FBAE40"/>
          </p15:clr>
        </p15:guide>
        <p15:guide id="6" pos="2457">
          <p15:clr>
            <a:srgbClr val="FBAE40"/>
          </p15:clr>
        </p15:guide>
        <p15:guide id="7" pos="43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9" name="Right Triangle 18">
            <a:extLst>
              <a:ext uri="{FF2B5EF4-FFF2-40B4-BE49-F238E27FC236}">
                <a16:creationId xmlns:a16="http://schemas.microsoft.com/office/drawing/2014/main" id="{71D0E8AA-902F-440D-9C55-2A391C22396A}"/>
              </a:ext>
            </a:extLst>
          </p:cNvPr>
          <p:cNvSpPr/>
          <p:nvPr userDrawn="1"/>
        </p:nvSpPr>
        <p:spPr>
          <a:xfrm flipV="1">
            <a:off x="0" y="-6"/>
            <a:ext cx="10625328" cy="5404110"/>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Parallelogram 16">
            <a:extLst>
              <a:ext uri="{FF2B5EF4-FFF2-40B4-BE49-F238E27FC236}">
                <a16:creationId xmlns:a16="http://schemas.microsoft.com/office/drawing/2014/main" id="{7D937721-835D-4D84-94A3-6C79D4639514}"/>
              </a:ext>
            </a:extLst>
          </p:cNvPr>
          <p:cNvSpPr/>
          <p:nvPr userDrawn="1"/>
        </p:nvSpPr>
        <p:spPr>
          <a:xfrm rot="19958790">
            <a:off x="-637324" y="3588176"/>
            <a:ext cx="3860162" cy="1746952"/>
          </a:xfrm>
          <a:prstGeom prst="parallelogram">
            <a:avLst>
              <a:gd name="adj" fmla="val 5321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732BB30B-8262-4715-998F-AAF6A81ADFD3}"/>
              </a:ext>
            </a:extLst>
          </p:cNvPr>
          <p:cNvCxnSpPr>
            <a:cxnSpLocks/>
          </p:cNvCxnSpPr>
          <p:nvPr userDrawn="1"/>
        </p:nvCxnSpPr>
        <p:spPr>
          <a:xfrm flipV="1">
            <a:off x="0" y="1010090"/>
            <a:ext cx="1785257" cy="9075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0" name="Title 1" title="Title">
            <a:extLst>
              <a:ext uri="{FF2B5EF4-FFF2-40B4-BE49-F238E27FC236}">
                <a16:creationId xmlns:a16="http://schemas.microsoft.com/office/drawing/2014/main" id="{4D7EF399-DAA5-44EC-B712-79C755FE84CB}"/>
              </a:ext>
            </a:extLst>
          </p:cNvPr>
          <p:cNvSpPr>
            <a:spLocks noGrp="1"/>
          </p:cNvSpPr>
          <p:nvPr>
            <p:ph type="title" hasCustomPrompt="1"/>
          </p:nvPr>
        </p:nvSpPr>
        <p:spPr>
          <a:xfrm>
            <a:off x="6283842" y="1987420"/>
            <a:ext cx="4911633" cy="1789855"/>
          </a:xfrm>
          <a:prstGeom prst="rect">
            <a:avLst/>
          </a:prstGeom>
        </p:spPr>
        <p:txBody>
          <a:bodyPr anchor="b">
            <a:normAutofit/>
          </a:bodyPr>
          <a:lstStyle>
            <a:lvl1pPr>
              <a:defRPr sz="4000" b="1">
                <a:solidFill>
                  <a:schemeClr val="accent1"/>
                </a:solidFill>
                <a:latin typeface="+mj-lt"/>
                <a:cs typeface="Calibri Light" panose="020F0302020204030204" pitchFamily="34" charset="0"/>
              </a:defRPr>
            </a:lvl1pPr>
          </a:lstStyle>
          <a:p>
            <a:r>
              <a:rPr lang="en-US" noProof="0"/>
              <a:t>Click To Edit Master Title Style</a:t>
            </a:r>
          </a:p>
        </p:txBody>
      </p:sp>
      <p:sp>
        <p:nvSpPr>
          <p:cNvPr id="101" name="Text Placeholder 2" title="Subtitle">
            <a:extLst>
              <a:ext uri="{FF2B5EF4-FFF2-40B4-BE49-F238E27FC236}">
                <a16:creationId xmlns:a16="http://schemas.microsoft.com/office/drawing/2014/main" id="{26D13BFA-61B0-402F-8611-02D3DFDBEBCB}"/>
              </a:ext>
            </a:extLst>
          </p:cNvPr>
          <p:cNvSpPr>
            <a:spLocks noGrp="1"/>
          </p:cNvSpPr>
          <p:nvPr>
            <p:ph type="body" idx="1" hasCustomPrompt="1"/>
          </p:nvPr>
        </p:nvSpPr>
        <p:spPr>
          <a:xfrm>
            <a:off x="6283842" y="3792046"/>
            <a:ext cx="4911633" cy="910580"/>
          </a:xfrm>
          <a:prstGeom prst="rect">
            <a:avLst/>
          </a:prstGeom>
        </p:spPr>
        <p:txBody>
          <a:bodyPr>
            <a:normAutofit/>
          </a:bodyPr>
          <a:lstStyle>
            <a:lvl1pPr marL="0" indent="0">
              <a:buNone/>
              <a:defRPr sz="2000" b="0" i="0" spc="300">
                <a:solidFill>
                  <a:schemeClr val="accent6"/>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cxnSp>
        <p:nvCxnSpPr>
          <p:cNvPr id="21" name="Straight Connector 20">
            <a:extLst>
              <a:ext uri="{FF2B5EF4-FFF2-40B4-BE49-F238E27FC236}">
                <a16:creationId xmlns:a16="http://schemas.microsoft.com/office/drawing/2014/main" id="{DA0A0C24-D997-4E78-951F-AFB51C70EFCC}"/>
              </a:ext>
            </a:extLst>
          </p:cNvPr>
          <p:cNvCxnSpPr>
            <a:cxnSpLocks/>
          </p:cNvCxnSpPr>
          <p:nvPr userDrawn="1"/>
        </p:nvCxnSpPr>
        <p:spPr>
          <a:xfrm flipV="1">
            <a:off x="9004301" y="3924299"/>
            <a:ext cx="3187700" cy="168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Parallelogram 24">
            <a:extLst>
              <a:ext uri="{FF2B5EF4-FFF2-40B4-BE49-F238E27FC236}">
                <a16:creationId xmlns:a16="http://schemas.microsoft.com/office/drawing/2014/main" id="{E123A0CF-50D6-46EC-8BF6-43E38AFCD588}"/>
              </a:ext>
            </a:extLst>
          </p:cNvPr>
          <p:cNvSpPr/>
          <p:nvPr userDrawn="1"/>
        </p:nvSpPr>
        <p:spPr>
          <a:xfrm>
            <a:off x="7754112" y="0"/>
            <a:ext cx="2258568" cy="742819"/>
          </a:xfrm>
          <a:prstGeom prst="parallelogram">
            <a:avLst>
              <a:gd name="adj" fmla="val 1958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26" name="Straight Connector 25">
            <a:extLst>
              <a:ext uri="{FF2B5EF4-FFF2-40B4-BE49-F238E27FC236}">
                <a16:creationId xmlns:a16="http://schemas.microsoft.com/office/drawing/2014/main" id="{2B2F1D2E-B631-4CB1-9448-2B50F8C46316}"/>
              </a:ext>
            </a:extLst>
          </p:cNvPr>
          <p:cNvCxnSpPr>
            <a:cxnSpLocks/>
          </p:cNvCxnSpPr>
          <p:nvPr userDrawn="1"/>
        </p:nvCxnSpPr>
        <p:spPr>
          <a:xfrm flipV="1">
            <a:off x="0" y="408562"/>
            <a:ext cx="6595353" cy="340314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CF69447-82AD-475F-A3AE-3D7FF61DBFE2}"/>
              </a:ext>
            </a:extLst>
          </p:cNvPr>
          <p:cNvCxnSpPr>
            <a:cxnSpLocks/>
          </p:cNvCxnSpPr>
          <p:nvPr userDrawn="1"/>
        </p:nvCxnSpPr>
        <p:spPr>
          <a:xfrm flipV="1">
            <a:off x="-17837" y="5266944"/>
            <a:ext cx="1919789" cy="100105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Parallelogram 23">
            <a:extLst>
              <a:ext uri="{FF2B5EF4-FFF2-40B4-BE49-F238E27FC236}">
                <a16:creationId xmlns:a16="http://schemas.microsoft.com/office/drawing/2014/main" id="{FC8C82F3-94EE-4B4F-A01D-993A41BC00B1}"/>
              </a:ext>
            </a:extLst>
          </p:cNvPr>
          <p:cNvSpPr/>
          <p:nvPr userDrawn="1"/>
        </p:nvSpPr>
        <p:spPr>
          <a:xfrm rot="19958790">
            <a:off x="-139035" y="3407045"/>
            <a:ext cx="1438399" cy="236580"/>
          </a:xfrm>
          <a:prstGeom prst="parallelogram">
            <a:avLst>
              <a:gd name="adj" fmla="val 532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0786568"/>
      </p:ext>
    </p:extLst>
  </p:cSld>
  <p:clrMapOvr>
    <a:masterClrMapping/>
  </p:clrMapOvr>
  <p:extLst mod="1">
    <p:ext uri="{DCECCB84-F9BA-43D5-87BE-67443E8EF086}">
      <p15:sldGuideLst xmlns:p15="http://schemas.microsoft.com/office/powerpoint/2012/main">
        <p15:guide id="1" orient="horz" pos="2183">
          <p15:clr>
            <a:srgbClr val="FBAE40"/>
          </p15:clr>
        </p15:guide>
        <p15:guide id="2" pos="3840">
          <p15:clr>
            <a:srgbClr val="FBAE40"/>
          </p15:clr>
        </p15:guide>
        <p15:guide id="3" pos="143">
          <p15:clr>
            <a:srgbClr val="FBAE40"/>
          </p15:clr>
        </p15:guide>
        <p15:guide id="4" orient="horz" pos="4170">
          <p15:clr>
            <a:srgbClr val="FBAE40"/>
          </p15:clr>
        </p15:guide>
        <p15:guide id="5" pos="7537">
          <p15:clr>
            <a:srgbClr val="FBAE40"/>
          </p15:clr>
        </p15:guide>
        <p15:guide id="6" orient="horz" pos="14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01AF1CF9-9F46-4541-8FF1-B9C53244EE1A}"/>
              </a:ext>
            </a:extLst>
          </p:cNvPr>
          <p:cNvCxnSpPr>
            <a:cxnSpLocks/>
          </p:cNvCxnSpPr>
          <p:nvPr userDrawn="1"/>
        </p:nvCxnSpPr>
        <p:spPr>
          <a:xfrm flipH="1" flipV="1">
            <a:off x="-9247" y="3633967"/>
            <a:ext cx="1912619" cy="157298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AB0E1BA4-80FE-4826-BA2F-083C3A5BB7FA}"/>
              </a:ext>
            </a:extLst>
          </p:cNvPr>
          <p:cNvGrpSpPr/>
          <p:nvPr userDrawn="1"/>
        </p:nvGrpSpPr>
        <p:grpSpPr>
          <a:xfrm flipH="1">
            <a:off x="7561328" y="0"/>
            <a:ext cx="4831840" cy="3541007"/>
            <a:chOff x="-192127" y="-2"/>
            <a:chExt cx="4831840" cy="3367272"/>
          </a:xfrm>
        </p:grpSpPr>
        <p:sp>
          <p:nvSpPr>
            <p:cNvPr id="26" name="Diagonal Stripe 25">
              <a:extLst>
                <a:ext uri="{FF2B5EF4-FFF2-40B4-BE49-F238E27FC236}">
                  <a16:creationId xmlns:a16="http://schemas.microsoft.com/office/drawing/2014/main" id="{0697993E-CD44-40B9-805C-77BC608618A7}"/>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28" name="Straight Connector 27">
              <a:extLst>
                <a:ext uri="{FF2B5EF4-FFF2-40B4-BE49-F238E27FC236}">
                  <a16:creationId xmlns:a16="http://schemas.microsoft.com/office/drawing/2014/main" id="{DDBD869A-51AE-4AC9-A3E0-38E8C732B1E8}"/>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DE18C3B6-28E6-4BBC-B634-F81DE5A9D13C}"/>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5" name="TextBox 24">
            <a:extLst>
              <a:ext uri="{FF2B5EF4-FFF2-40B4-BE49-F238E27FC236}">
                <a16:creationId xmlns:a16="http://schemas.microsoft.com/office/drawing/2014/main" id="{F0BB4D3D-930C-4FF4-BB7C-2CB24208150C}"/>
              </a:ext>
            </a:extLst>
          </p:cNvPr>
          <p:cNvSpPr txBox="1"/>
          <p:nvPr userDrawn="1"/>
        </p:nvSpPr>
        <p:spPr>
          <a:xfrm>
            <a:off x="11072378" y="235732"/>
            <a:ext cx="814647" cy="615553"/>
          </a:xfrm>
          <a:prstGeom prst="rect">
            <a:avLst/>
          </a:prstGeom>
          <a:noFill/>
        </p:spPr>
        <p:txBody>
          <a:bodyPr wrap="none" rtlCol="0">
            <a:spAutoFit/>
          </a:bodyPr>
          <a:lstStyle/>
          <a:p>
            <a:r>
              <a:rPr lang="en-US" sz="3400" b="1" noProof="0" dirty="0">
                <a:solidFill>
                  <a:schemeClr val="accent6"/>
                </a:solidFill>
                <a:latin typeface="Arial Black" panose="020B0A04020102020204" pitchFamily="34" charset="0"/>
              </a:rPr>
              <a:t>FR</a:t>
            </a:r>
          </a:p>
        </p:txBody>
      </p:sp>
      <p:sp>
        <p:nvSpPr>
          <p:cNvPr id="36" name="Parallelogram 35">
            <a:extLst>
              <a:ext uri="{FF2B5EF4-FFF2-40B4-BE49-F238E27FC236}">
                <a16:creationId xmlns:a16="http://schemas.microsoft.com/office/drawing/2014/main" id="{4EBB76E7-943E-4038-B700-114F66FBC609}"/>
              </a:ext>
            </a:extLst>
          </p:cNvPr>
          <p:cNvSpPr/>
          <p:nvPr userDrawn="1"/>
        </p:nvSpPr>
        <p:spPr>
          <a:xfrm flipH="1">
            <a:off x="6679908"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2" name="Footer Placeholder 1">
            <a:extLst>
              <a:ext uri="{FF2B5EF4-FFF2-40B4-BE49-F238E27FC236}">
                <a16:creationId xmlns:a16="http://schemas.microsoft.com/office/drawing/2014/main" id="{03E79E9C-D961-6E47-A5C6-57689BAFF243}"/>
              </a:ext>
            </a:extLst>
          </p:cNvPr>
          <p:cNvSpPr>
            <a:spLocks noGrp="1"/>
          </p:cNvSpPr>
          <p:nvPr>
            <p:ph type="ftr" sz="quarter" idx="17"/>
          </p:nvPr>
        </p:nvSpPr>
        <p:spPr/>
        <p:txBody>
          <a:bodyPr/>
          <a:lstStyle>
            <a:lvl1pPr algn="l">
              <a:defRPr/>
            </a:lvl1pPr>
          </a:lstStyle>
          <a:p>
            <a:r>
              <a:rPr lang="en-US" noProof="0" dirty="0"/>
              <a:t>Add a footer</a:t>
            </a:r>
          </a:p>
        </p:txBody>
      </p:sp>
      <p:sp>
        <p:nvSpPr>
          <p:cNvPr id="3" name="Slide Number Placeholder 2">
            <a:extLst>
              <a:ext uri="{FF2B5EF4-FFF2-40B4-BE49-F238E27FC236}">
                <a16:creationId xmlns:a16="http://schemas.microsoft.com/office/drawing/2014/main" id="{B08BE157-60F2-194D-8C13-4AE120FC9EDE}"/>
              </a:ext>
            </a:extLst>
          </p:cNvPr>
          <p:cNvSpPr>
            <a:spLocks noGrp="1"/>
          </p:cNvSpPr>
          <p:nvPr>
            <p:ph type="sldNum" sz="quarter" idx="18"/>
          </p:nvPr>
        </p:nvSpPr>
        <p:spPr/>
        <p:txBody>
          <a:bodyPr/>
          <a:lstStyle/>
          <a:p>
            <a:fld id="{8699F50C-BE38-4BD0-BA84-9B090E1F2B9B}" type="slidenum">
              <a:rPr lang="en-US" noProof="0" smtClean="0"/>
              <a:t>‹#›</a:t>
            </a:fld>
            <a:endParaRPr lang="en-US" noProof="0" dirty="0"/>
          </a:p>
        </p:txBody>
      </p:sp>
      <p:sp>
        <p:nvSpPr>
          <p:cNvPr id="27" name="Title 1" title="Title ">
            <a:extLst>
              <a:ext uri="{FF2B5EF4-FFF2-40B4-BE49-F238E27FC236}">
                <a16:creationId xmlns:a16="http://schemas.microsoft.com/office/drawing/2014/main" id="{C3CC34F4-862A-42E7-B2FA-7B511CC2E879}"/>
              </a:ext>
            </a:extLst>
          </p:cNvPr>
          <p:cNvSpPr>
            <a:spLocks noGrp="1"/>
          </p:cNvSpPr>
          <p:nvPr>
            <p:ph type="title" hasCustomPrompt="1"/>
          </p:nvPr>
        </p:nvSpPr>
        <p:spPr>
          <a:xfrm>
            <a:off x="518678" y="209028"/>
            <a:ext cx="8333222" cy="1147969"/>
          </a:xfrm>
          <a:prstGeom prst="rect">
            <a:avLst/>
          </a:prstGeom>
        </p:spPr>
        <p:txBody>
          <a:bodyPr bIns="0" anchor="b">
            <a:normAutofit/>
          </a:bodyPr>
          <a:lstStyle>
            <a:lvl1pPr>
              <a:defRPr sz="4400" b="1">
                <a:solidFill>
                  <a:schemeClr val="accent1"/>
                </a:solidFill>
              </a:defRPr>
            </a:lvl1pPr>
          </a:lstStyle>
          <a:p>
            <a:r>
              <a:rPr lang="en-US" noProof="0"/>
              <a:t>Click to Edit Master Title Style </a:t>
            </a:r>
          </a:p>
        </p:txBody>
      </p:sp>
      <p:sp>
        <p:nvSpPr>
          <p:cNvPr id="29" name="Content Placeholder 2">
            <a:extLst>
              <a:ext uri="{FF2B5EF4-FFF2-40B4-BE49-F238E27FC236}">
                <a16:creationId xmlns:a16="http://schemas.microsoft.com/office/drawing/2014/main" id="{1FAE0C34-9220-45F0-9FC2-9FE7C994E7BD}"/>
              </a:ext>
            </a:extLst>
          </p:cNvPr>
          <p:cNvSpPr>
            <a:spLocks noGrp="1"/>
          </p:cNvSpPr>
          <p:nvPr>
            <p:ph idx="1"/>
          </p:nvPr>
        </p:nvSpPr>
        <p:spPr>
          <a:xfrm>
            <a:off x="518678" y="1671924"/>
            <a:ext cx="10835122" cy="4505039"/>
          </a:xfrm>
          <a:prstGeom prst="rect">
            <a:avLst/>
          </a:prstGeom>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543430437"/>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423">
          <p15:clr>
            <a:srgbClr val="FBAE40"/>
          </p15:clr>
        </p15:guide>
        <p15:guide id="5" orient="horz" pos="77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01AF1CF9-9F46-4541-8FF1-B9C53244EE1A}"/>
              </a:ext>
            </a:extLst>
          </p:cNvPr>
          <p:cNvCxnSpPr>
            <a:cxnSpLocks/>
          </p:cNvCxnSpPr>
          <p:nvPr userDrawn="1"/>
        </p:nvCxnSpPr>
        <p:spPr>
          <a:xfrm flipH="1" flipV="1">
            <a:off x="-9247" y="3633967"/>
            <a:ext cx="1912619" cy="157298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AB0E1BA4-80FE-4826-BA2F-083C3A5BB7FA}"/>
              </a:ext>
            </a:extLst>
          </p:cNvPr>
          <p:cNvGrpSpPr/>
          <p:nvPr userDrawn="1"/>
        </p:nvGrpSpPr>
        <p:grpSpPr>
          <a:xfrm flipH="1">
            <a:off x="7561328" y="0"/>
            <a:ext cx="4831840" cy="3541007"/>
            <a:chOff x="-192127" y="-2"/>
            <a:chExt cx="4831840" cy="3367272"/>
          </a:xfrm>
        </p:grpSpPr>
        <p:sp>
          <p:nvSpPr>
            <p:cNvPr id="26" name="Diagonal Stripe 25">
              <a:extLst>
                <a:ext uri="{FF2B5EF4-FFF2-40B4-BE49-F238E27FC236}">
                  <a16:creationId xmlns:a16="http://schemas.microsoft.com/office/drawing/2014/main" id="{0697993E-CD44-40B9-805C-77BC608618A7}"/>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28" name="Straight Connector 27">
              <a:extLst>
                <a:ext uri="{FF2B5EF4-FFF2-40B4-BE49-F238E27FC236}">
                  <a16:creationId xmlns:a16="http://schemas.microsoft.com/office/drawing/2014/main" id="{DDBD869A-51AE-4AC9-A3E0-38E8C732B1E8}"/>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DE18C3B6-28E6-4BBC-B634-F81DE5A9D13C}"/>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5" name="TextBox 24">
            <a:extLst>
              <a:ext uri="{FF2B5EF4-FFF2-40B4-BE49-F238E27FC236}">
                <a16:creationId xmlns:a16="http://schemas.microsoft.com/office/drawing/2014/main" id="{F0BB4D3D-930C-4FF4-BB7C-2CB24208150C}"/>
              </a:ext>
            </a:extLst>
          </p:cNvPr>
          <p:cNvSpPr txBox="1"/>
          <p:nvPr userDrawn="1"/>
        </p:nvSpPr>
        <p:spPr>
          <a:xfrm>
            <a:off x="11072378" y="235732"/>
            <a:ext cx="814647" cy="615553"/>
          </a:xfrm>
          <a:prstGeom prst="rect">
            <a:avLst/>
          </a:prstGeom>
          <a:noFill/>
        </p:spPr>
        <p:txBody>
          <a:bodyPr wrap="none" rtlCol="0">
            <a:spAutoFit/>
          </a:bodyPr>
          <a:lstStyle/>
          <a:p>
            <a:r>
              <a:rPr lang="en-US" sz="3400" b="1" noProof="0" dirty="0">
                <a:solidFill>
                  <a:schemeClr val="accent6"/>
                </a:solidFill>
                <a:latin typeface="Arial Black" panose="020B0A04020102020204" pitchFamily="34" charset="0"/>
              </a:rPr>
              <a:t>FR</a:t>
            </a:r>
          </a:p>
        </p:txBody>
      </p:sp>
      <p:sp>
        <p:nvSpPr>
          <p:cNvPr id="36" name="Parallelogram 35">
            <a:extLst>
              <a:ext uri="{FF2B5EF4-FFF2-40B4-BE49-F238E27FC236}">
                <a16:creationId xmlns:a16="http://schemas.microsoft.com/office/drawing/2014/main" id="{4EBB76E7-943E-4038-B700-114F66FBC609}"/>
              </a:ext>
            </a:extLst>
          </p:cNvPr>
          <p:cNvSpPr/>
          <p:nvPr userDrawn="1"/>
        </p:nvSpPr>
        <p:spPr>
          <a:xfrm flipH="1">
            <a:off x="6679908"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2" name="Footer Placeholder 1">
            <a:extLst>
              <a:ext uri="{FF2B5EF4-FFF2-40B4-BE49-F238E27FC236}">
                <a16:creationId xmlns:a16="http://schemas.microsoft.com/office/drawing/2014/main" id="{03E79E9C-D961-6E47-A5C6-57689BAFF243}"/>
              </a:ext>
            </a:extLst>
          </p:cNvPr>
          <p:cNvSpPr>
            <a:spLocks noGrp="1"/>
          </p:cNvSpPr>
          <p:nvPr>
            <p:ph type="ftr" sz="quarter" idx="17"/>
          </p:nvPr>
        </p:nvSpPr>
        <p:spPr/>
        <p:txBody>
          <a:bodyPr/>
          <a:lstStyle>
            <a:lvl1pPr algn="l">
              <a:defRPr/>
            </a:lvl1pPr>
          </a:lstStyle>
          <a:p>
            <a:r>
              <a:rPr lang="en-US" noProof="0" dirty="0"/>
              <a:t>Add a footer</a:t>
            </a:r>
          </a:p>
        </p:txBody>
      </p:sp>
      <p:sp>
        <p:nvSpPr>
          <p:cNvPr id="3" name="Slide Number Placeholder 2">
            <a:extLst>
              <a:ext uri="{FF2B5EF4-FFF2-40B4-BE49-F238E27FC236}">
                <a16:creationId xmlns:a16="http://schemas.microsoft.com/office/drawing/2014/main" id="{B08BE157-60F2-194D-8C13-4AE120FC9EDE}"/>
              </a:ext>
            </a:extLst>
          </p:cNvPr>
          <p:cNvSpPr>
            <a:spLocks noGrp="1"/>
          </p:cNvSpPr>
          <p:nvPr>
            <p:ph type="sldNum" sz="quarter" idx="18"/>
          </p:nvPr>
        </p:nvSpPr>
        <p:spPr/>
        <p:txBody>
          <a:bodyPr/>
          <a:lstStyle/>
          <a:p>
            <a:fld id="{8699F50C-BE38-4BD0-BA84-9B090E1F2B9B}" type="slidenum">
              <a:rPr lang="en-US" noProof="0" smtClean="0"/>
              <a:t>‹#›</a:t>
            </a:fld>
            <a:endParaRPr lang="en-US" noProof="0" dirty="0"/>
          </a:p>
        </p:txBody>
      </p:sp>
      <p:sp>
        <p:nvSpPr>
          <p:cNvPr id="27" name="Title 1" title="Title ">
            <a:extLst>
              <a:ext uri="{FF2B5EF4-FFF2-40B4-BE49-F238E27FC236}">
                <a16:creationId xmlns:a16="http://schemas.microsoft.com/office/drawing/2014/main" id="{C3CC34F4-862A-42E7-B2FA-7B511CC2E879}"/>
              </a:ext>
            </a:extLst>
          </p:cNvPr>
          <p:cNvSpPr>
            <a:spLocks noGrp="1"/>
          </p:cNvSpPr>
          <p:nvPr>
            <p:ph type="title" hasCustomPrompt="1"/>
          </p:nvPr>
        </p:nvSpPr>
        <p:spPr>
          <a:xfrm>
            <a:off x="518678" y="209028"/>
            <a:ext cx="8333222" cy="1147969"/>
          </a:xfrm>
          <a:prstGeom prst="rect">
            <a:avLst/>
          </a:prstGeom>
        </p:spPr>
        <p:txBody>
          <a:bodyPr bIns="0" anchor="b">
            <a:normAutofit/>
          </a:bodyPr>
          <a:lstStyle>
            <a:lvl1pPr>
              <a:defRPr sz="4400" b="1">
                <a:solidFill>
                  <a:schemeClr val="accent1"/>
                </a:solidFill>
              </a:defRPr>
            </a:lvl1pPr>
          </a:lstStyle>
          <a:p>
            <a:r>
              <a:rPr lang="en-US" noProof="0"/>
              <a:t>Click to Edit Master Title Style </a:t>
            </a:r>
          </a:p>
        </p:txBody>
      </p:sp>
      <p:sp>
        <p:nvSpPr>
          <p:cNvPr id="14" name="Content Placeholder 2">
            <a:extLst>
              <a:ext uri="{FF2B5EF4-FFF2-40B4-BE49-F238E27FC236}">
                <a16:creationId xmlns:a16="http://schemas.microsoft.com/office/drawing/2014/main" id="{217F9213-0142-420B-A84D-C5627A0C81E4}"/>
              </a:ext>
            </a:extLst>
          </p:cNvPr>
          <p:cNvSpPr>
            <a:spLocks noGrp="1"/>
          </p:cNvSpPr>
          <p:nvPr>
            <p:ph sz="half" idx="1"/>
          </p:nvPr>
        </p:nvSpPr>
        <p:spPr>
          <a:xfrm>
            <a:off x="529687" y="1651044"/>
            <a:ext cx="5181600" cy="4525919"/>
          </a:xfrm>
          <a:prstGeom prst="rect">
            <a:avLst/>
          </a:prstGeom>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5" name="Content Placeholder 3">
            <a:extLst>
              <a:ext uri="{FF2B5EF4-FFF2-40B4-BE49-F238E27FC236}">
                <a16:creationId xmlns:a16="http://schemas.microsoft.com/office/drawing/2014/main" id="{8014328B-D576-4B5C-A4AE-CF98318929FE}"/>
              </a:ext>
            </a:extLst>
          </p:cNvPr>
          <p:cNvSpPr>
            <a:spLocks noGrp="1"/>
          </p:cNvSpPr>
          <p:nvPr>
            <p:ph sz="half" idx="2"/>
          </p:nvPr>
        </p:nvSpPr>
        <p:spPr>
          <a:xfrm>
            <a:off x="6172200" y="1651044"/>
            <a:ext cx="5181600" cy="4525919"/>
          </a:xfrm>
          <a:prstGeom prst="rect">
            <a:avLst/>
          </a:prstGeom>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84813166"/>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423">
          <p15:clr>
            <a:srgbClr val="FBAE40"/>
          </p15:clr>
        </p15:guide>
        <p15:guide id="5" orient="horz" pos="77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01AF1CF9-9F46-4541-8FF1-B9C53244EE1A}"/>
              </a:ext>
            </a:extLst>
          </p:cNvPr>
          <p:cNvCxnSpPr>
            <a:cxnSpLocks/>
          </p:cNvCxnSpPr>
          <p:nvPr userDrawn="1"/>
        </p:nvCxnSpPr>
        <p:spPr>
          <a:xfrm flipH="1" flipV="1">
            <a:off x="-9247" y="3633967"/>
            <a:ext cx="1912619" cy="157298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AB0E1BA4-80FE-4826-BA2F-083C3A5BB7FA}"/>
              </a:ext>
            </a:extLst>
          </p:cNvPr>
          <p:cNvGrpSpPr/>
          <p:nvPr userDrawn="1"/>
        </p:nvGrpSpPr>
        <p:grpSpPr>
          <a:xfrm flipH="1">
            <a:off x="7561328" y="0"/>
            <a:ext cx="4831840" cy="3541007"/>
            <a:chOff x="-192127" y="-2"/>
            <a:chExt cx="4831840" cy="3367272"/>
          </a:xfrm>
        </p:grpSpPr>
        <p:sp>
          <p:nvSpPr>
            <p:cNvPr id="26" name="Diagonal Stripe 25">
              <a:extLst>
                <a:ext uri="{FF2B5EF4-FFF2-40B4-BE49-F238E27FC236}">
                  <a16:creationId xmlns:a16="http://schemas.microsoft.com/office/drawing/2014/main" id="{0697993E-CD44-40B9-805C-77BC608618A7}"/>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28" name="Straight Connector 27">
              <a:extLst>
                <a:ext uri="{FF2B5EF4-FFF2-40B4-BE49-F238E27FC236}">
                  <a16:creationId xmlns:a16="http://schemas.microsoft.com/office/drawing/2014/main" id="{DDBD869A-51AE-4AC9-A3E0-38E8C732B1E8}"/>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DE18C3B6-28E6-4BBC-B634-F81DE5A9D13C}"/>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5" name="TextBox 24">
            <a:extLst>
              <a:ext uri="{FF2B5EF4-FFF2-40B4-BE49-F238E27FC236}">
                <a16:creationId xmlns:a16="http://schemas.microsoft.com/office/drawing/2014/main" id="{F0BB4D3D-930C-4FF4-BB7C-2CB24208150C}"/>
              </a:ext>
            </a:extLst>
          </p:cNvPr>
          <p:cNvSpPr txBox="1"/>
          <p:nvPr userDrawn="1"/>
        </p:nvSpPr>
        <p:spPr>
          <a:xfrm>
            <a:off x="11072378" y="235732"/>
            <a:ext cx="814647" cy="615553"/>
          </a:xfrm>
          <a:prstGeom prst="rect">
            <a:avLst/>
          </a:prstGeom>
          <a:noFill/>
        </p:spPr>
        <p:txBody>
          <a:bodyPr wrap="none" rtlCol="0">
            <a:spAutoFit/>
          </a:bodyPr>
          <a:lstStyle/>
          <a:p>
            <a:r>
              <a:rPr lang="en-US" sz="3400" b="1" noProof="0" dirty="0">
                <a:solidFill>
                  <a:schemeClr val="accent6"/>
                </a:solidFill>
                <a:latin typeface="Arial Black" panose="020B0A04020102020204" pitchFamily="34" charset="0"/>
              </a:rPr>
              <a:t>FR</a:t>
            </a:r>
          </a:p>
        </p:txBody>
      </p:sp>
      <p:sp>
        <p:nvSpPr>
          <p:cNvPr id="36" name="Parallelogram 35">
            <a:extLst>
              <a:ext uri="{FF2B5EF4-FFF2-40B4-BE49-F238E27FC236}">
                <a16:creationId xmlns:a16="http://schemas.microsoft.com/office/drawing/2014/main" id="{4EBB76E7-943E-4038-B700-114F66FBC609}"/>
              </a:ext>
            </a:extLst>
          </p:cNvPr>
          <p:cNvSpPr/>
          <p:nvPr userDrawn="1"/>
        </p:nvSpPr>
        <p:spPr>
          <a:xfrm flipH="1">
            <a:off x="6679908"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2" name="Footer Placeholder 1">
            <a:extLst>
              <a:ext uri="{FF2B5EF4-FFF2-40B4-BE49-F238E27FC236}">
                <a16:creationId xmlns:a16="http://schemas.microsoft.com/office/drawing/2014/main" id="{03E79E9C-D961-6E47-A5C6-57689BAFF243}"/>
              </a:ext>
            </a:extLst>
          </p:cNvPr>
          <p:cNvSpPr>
            <a:spLocks noGrp="1"/>
          </p:cNvSpPr>
          <p:nvPr>
            <p:ph type="ftr" sz="quarter" idx="17"/>
          </p:nvPr>
        </p:nvSpPr>
        <p:spPr/>
        <p:txBody>
          <a:bodyPr/>
          <a:lstStyle>
            <a:lvl1pPr algn="l">
              <a:defRPr/>
            </a:lvl1pPr>
          </a:lstStyle>
          <a:p>
            <a:r>
              <a:rPr lang="en-US" noProof="0" dirty="0"/>
              <a:t>Add a footer</a:t>
            </a:r>
          </a:p>
        </p:txBody>
      </p:sp>
      <p:sp>
        <p:nvSpPr>
          <p:cNvPr id="3" name="Slide Number Placeholder 2">
            <a:extLst>
              <a:ext uri="{FF2B5EF4-FFF2-40B4-BE49-F238E27FC236}">
                <a16:creationId xmlns:a16="http://schemas.microsoft.com/office/drawing/2014/main" id="{B08BE157-60F2-194D-8C13-4AE120FC9EDE}"/>
              </a:ext>
            </a:extLst>
          </p:cNvPr>
          <p:cNvSpPr>
            <a:spLocks noGrp="1"/>
          </p:cNvSpPr>
          <p:nvPr>
            <p:ph type="sldNum" sz="quarter" idx="18"/>
          </p:nvPr>
        </p:nvSpPr>
        <p:spPr/>
        <p:txBody>
          <a:bodyPr/>
          <a:lstStyle/>
          <a:p>
            <a:fld id="{8699F50C-BE38-4BD0-BA84-9B090E1F2B9B}" type="slidenum">
              <a:rPr lang="en-US" noProof="0" smtClean="0"/>
              <a:t>‹#›</a:t>
            </a:fld>
            <a:endParaRPr lang="en-US" noProof="0" dirty="0"/>
          </a:p>
        </p:txBody>
      </p:sp>
      <p:sp>
        <p:nvSpPr>
          <p:cNvPr id="27" name="Title 1" title="Title ">
            <a:extLst>
              <a:ext uri="{FF2B5EF4-FFF2-40B4-BE49-F238E27FC236}">
                <a16:creationId xmlns:a16="http://schemas.microsoft.com/office/drawing/2014/main" id="{C3CC34F4-862A-42E7-B2FA-7B511CC2E879}"/>
              </a:ext>
            </a:extLst>
          </p:cNvPr>
          <p:cNvSpPr>
            <a:spLocks noGrp="1"/>
          </p:cNvSpPr>
          <p:nvPr>
            <p:ph type="title" hasCustomPrompt="1"/>
          </p:nvPr>
        </p:nvSpPr>
        <p:spPr>
          <a:xfrm>
            <a:off x="518678" y="209028"/>
            <a:ext cx="8333222" cy="1147969"/>
          </a:xfrm>
          <a:prstGeom prst="rect">
            <a:avLst/>
          </a:prstGeom>
        </p:spPr>
        <p:txBody>
          <a:bodyPr bIns="0" anchor="b">
            <a:normAutofit/>
          </a:bodyPr>
          <a:lstStyle>
            <a:lvl1pPr>
              <a:defRPr sz="4400" b="1">
                <a:solidFill>
                  <a:schemeClr val="accent1"/>
                </a:solidFill>
              </a:defRPr>
            </a:lvl1pPr>
          </a:lstStyle>
          <a:p>
            <a:r>
              <a:rPr lang="en-US" noProof="0"/>
              <a:t>Click to Edit Master Title Style </a:t>
            </a:r>
          </a:p>
        </p:txBody>
      </p:sp>
      <p:sp>
        <p:nvSpPr>
          <p:cNvPr id="18" name="Text Placeholder 2">
            <a:extLst>
              <a:ext uri="{FF2B5EF4-FFF2-40B4-BE49-F238E27FC236}">
                <a16:creationId xmlns:a16="http://schemas.microsoft.com/office/drawing/2014/main" id="{82BFF385-445D-4DBB-9773-F99669415884}"/>
              </a:ext>
            </a:extLst>
          </p:cNvPr>
          <p:cNvSpPr>
            <a:spLocks noGrp="1"/>
          </p:cNvSpPr>
          <p:nvPr>
            <p:ph type="body" idx="1"/>
          </p:nvPr>
        </p:nvSpPr>
        <p:spPr>
          <a:xfrm>
            <a:off x="518678" y="1681163"/>
            <a:ext cx="5382501" cy="823912"/>
          </a:xfrm>
          <a:prstGeom prst="rect">
            <a:avLst/>
          </a:prstGeom>
        </p:spPr>
        <p:txBody>
          <a:bodyPr anchor="b"/>
          <a:lstStyle>
            <a:lvl1pPr marL="0" indent="0">
              <a:buNone/>
              <a:defRPr lang="en-US" b="1" dirty="0">
                <a:solidFill>
                  <a:schemeClr val="accent6"/>
                </a:solidFill>
              </a:defRPr>
            </a:lvl1pPr>
          </a:lstStyle>
          <a:p>
            <a:pPr marL="228600" lvl="0" indent="-228600"/>
            <a:r>
              <a:rPr lang="en-US" noProof="0" smtClean="0"/>
              <a:t>Edit Master text styles</a:t>
            </a:r>
          </a:p>
        </p:txBody>
      </p:sp>
      <p:sp>
        <p:nvSpPr>
          <p:cNvPr id="20" name="Text Placeholder 4">
            <a:extLst>
              <a:ext uri="{FF2B5EF4-FFF2-40B4-BE49-F238E27FC236}">
                <a16:creationId xmlns:a16="http://schemas.microsoft.com/office/drawing/2014/main" id="{311B1CFE-1B35-4B5C-B40A-DC5ADF211B5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1" name="Content Placeholder 5">
            <a:extLst>
              <a:ext uri="{FF2B5EF4-FFF2-40B4-BE49-F238E27FC236}">
                <a16:creationId xmlns:a16="http://schemas.microsoft.com/office/drawing/2014/main" id="{1CE840E8-D596-479D-AE97-E88F42DC1B13}"/>
              </a:ext>
            </a:extLst>
          </p:cNvPr>
          <p:cNvSpPr>
            <a:spLocks noGrp="1"/>
          </p:cNvSpPr>
          <p:nvPr>
            <p:ph sz="quarter" idx="4"/>
          </p:nvPr>
        </p:nvSpPr>
        <p:spPr>
          <a:xfrm>
            <a:off x="6172200" y="2505075"/>
            <a:ext cx="5183188" cy="3684588"/>
          </a:xfrm>
          <a:prstGeom prst="rect">
            <a:avLst/>
          </a:prstGeom>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4" name="Content Placeholder 3">
            <a:extLst>
              <a:ext uri="{FF2B5EF4-FFF2-40B4-BE49-F238E27FC236}">
                <a16:creationId xmlns:a16="http://schemas.microsoft.com/office/drawing/2014/main" id="{B9A68D25-B19E-4E84-B65D-596EE8382DAD}"/>
              </a:ext>
            </a:extLst>
          </p:cNvPr>
          <p:cNvSpPr>
            <a:spLocks noGrp="1"/>
          </p:cNvSpPr>
          <p:nvPr>
            <p:ph sz="half" idx="2"/>
          </p:nvPr>
        </p:nvSpPr>
        <p:spPr>
          <a:xfrm>
            <a:off x="518678" y="2505075"/>
            <a:ext cx="5391749" cy="3684588"/>
          </a:xfrm>
          <a:prstGeom prst="rect">
            <a:avLst/>
          </a:prstGeom>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45226781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423">
          <p15:clr>
            <a:srgbClr val="FBAE40"/>
          </p15:clr>
        </p15:guide>
        <p15:guide id="5"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Right Triangle 10">
            <a:extLst>
              <a:ext uri="{FF2B5EF4-FFF2-40B4-BE49-F238E27FC236}">
                <a16:creationId xmlns:a16="http://schemas.microsoft.com/office/drawing/2014/main" id="{037924D2-2AB4-4BE1-9687-836615C72DFC}"/>
              </a:ext>
            </a:extLst>
          </p:cNvPr>
          <p:cNvSpPr/>
          <p:nvPr userDrawn="1"/>
        </p:nvSpPr>
        <p:spPr>
          <a:xfrm flipV="1">
            <a:off x="0" y="-6"/>
            <a:ext cx="10625328" cy="5404110"/>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Connector 15">
            <a:extLst>
              <a:ext uri="{FF2B5EF4-FFF2-40B4-BE49-F238E27FC236}">
                <a16:creationId xmlns:a16="http://schemas.microsoft.com/office/drawing/2014/main" id="{A93BC534-BFA1-4292-899F-03AC711BF7C5}"/>
              </a:ext>
            </a:extLst>
          </p:cNvPr>
          <p:cNvCxnSpPr>
            <a:cxnSpLocks/>
          </p:cNvCxnSpPr>
          <p:nvPr userDrawn="1"/>
        </p:nvCxnSpPr>
        <p:spPr>
          <a:xfrm flipV="1">
            <a:off x="0" y="0"/>
            <a:ext cx="6030686" cy="3004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EE4DB5-5DEF-4DDB-9764-FD834B9DCAEC}"/>
              </a:ext>
            </a:extLst>
          </p:cNvPr>
          <p:cNvCxnSpPr>
            <a:cxnSpLocks/>
          </p:cNvCxnSpPr>
          <p:nvPr userDrawn="1"/>
        </p:nvCxnSpPr>
        <p:spPr>
          <a:xfrm flipV="1">
            <a:off x="9004301" y="3924299"/>
            <a:ext cx="3187700" cy="168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title="Title">
            <a:extLst>
              <a:ext uri="{FF2B5EF4-FFF2-40B4-BE49-F238E27FC236}">
                <a16:creationId xmlns:a16="http://schemas.microsoft.com/office/drawing/2014/main" id="{A648E0EA-49ED-4F2D-A107-8FCE6301FC88}"/>
              </a:ext>
            </a:extLst>
          </p:cNvPr>
          <p:cNvSpPr>
            <a:spLocks noGrp="1"/>
          </p:cNvSpPr>
          <p:nvPr>
            <p:ph type="ctrTitle" hasCustomPrompt="1"/>
          </p:nvPr>
        </p:nvSpPr>
        <p:spPr>
          <a:xfrm>
            <a:off x="719170" y="4374036"/>
            <a:ext cx="5311516" cy="1327031"/>
          </a:xfrm>
          <a:prstGeom prst="rect">
            <a:avLst/>
          </a:prstGeom>
        </p:spPr>
        <p:txBody>
          <a:bodyPr anchor="b">
            <a:normAutofit/>
          </a:bodyPr>
          <a:lstStyle>
            <a:lvl1pPr marL="0" indent="0" algn="r">
              <a:buFont typeface="Arial" panose="020B0604020202020204" pitchFamily="34" charset="0"/>
              <a:buNone/>
              <a:defRPr sz="4300" b="1">
                <a:solidFill>
                  <a:schemeClr val="accent1"/>
                </a:solidFill>
              </a:defRPr>
            </a:lvl1pPr>
          </a:lstStyle>
          <a:p>
            <a:r>
              <a:rPr lang="en-US" noProof="0"/>
              <a:t>Click To Edit Master Title Style</a:t>
            </a:r>
          </a:p>
        </p:txBody>
      </p:sp>
      <p:cxnSp>
        <p:nvCxnSpPr>
          <p:cNvPr id="9" name="Straight Connector 8">
            <a:extLst>
              <a:ext uri="{FF2B5EF4-FFF2-40B4-BE49-F238E27FC236}">
                <a16:creationId xmlns:a16="http://schemas.microsoft.com/office/drawing/2014/main" id="{162849C0-AA0D-4E1A-B4B6-E6A5917AC0A5}"/>
              </a:ext>
            </a:extLst>
          </p:cNvPr>
          <p:cNvCxnSpPr>
            <a:cxnSpLocks/>
          </p:cNvCxnSpPr>
          <p:nvPr userDrawn="1"/>
        </p:nvCxnSpPr>
        <p:spPr>
          <a:xfrm flipV="1">
            <a:off x="-17837" y="4700016"/>
            <a:ext cx="1919789" cy="100105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BDEAC3CA-E21C-4A63-BE7D-DCC820552AB7}"/>
              </a:ext>
            </a:extLst>
          </p:cNvPr>
          <p:cNvSpPr>
            <a:spLocks noGrp="1"/>
          </p:cNvSpPr>
          <p:nvPr>
            <p:ph type="body" sz="half" idx="2"/>
          </p:nvPr>
        </p:nvSpPr>
        <p:spPr>
          <a:xfrm>
            <a:off x="719170" y="5701069"/>
            <a:ext cx="5311516" cy="931505"/>
          </a:xfrm>
          <a:prstGeom prst="rect">
            <a:avLst/>
          </a:prstGeom>
        </p:spPr>
        <p:txBody>
          <a:bodyPr/>
          <a:lstStyle>
            <a:lvl1pPr marL="0" indent="0" algn="r">
              <a:buFont typeface="Arial" panose="020B0604020202020204" pitchFamily="34" charset="0"/>
              <a:buNone/>
              <a:defRPr sz="16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14" name="Content Placeholder 2">
            <a:extLst>
              <a:ext uri="{FF2B5EF4-FFF2-40B4-BE49-F238E27FC236}">
                <a16:creationId xmlns:a16="http://schemas.microsoft.com/office/drawing/2014/main" id="{C9A1E80C-1A76-4D3E-92A1-846866867DE1}"/>
              </a:ext>
            </a:extLst>
          </p:cNvPr>
          <p:cNvSpPr>
            <a:spLocks noGrp="1"/>
          </p:cNvSpPr>
          <p:nvPr>
            <p:ph idx="1"/>
          </p:nvPr>
        </p:nvSpPr>
        <p:spPr>
          <a:xfrm>
            <a:off x="6161316" y="2290713"/>
            <a:ext cx="5803672" cy="4341862"/>
          </a:xfrm>
          <a:prstGeom prst="rect">
            <a:avLst/>
          </a:prstGeom>
        </p:spPr>
        <p:txBody>
          <a:bodyPr/>
          <a:lstStyle>
            <a:lvl1pPr>
              <a:buClr>
                <a:schemeClr val="accent2"/>
              </a:buClr>
              <a:defRPr sz="2400"/>
            </a:lvl1pPr>
            <a:lvl2pPr>
              <a:buClr>
                <a:schemeClr val="accent2"/>
              </a:buClr>
              <a:defRPr sz="2000"/>
            </a:lvl2pPr>
            <a:lvl3pPr>
              <a:buClr>
                <a:schemeClr val="accent2"/>
              </a:buClr>
              <a:defRPr sz="1800"/>
            </a:lvl3pPr>
            <a:lvl4pPr>
              <a:buClr>
                <a:schemeClr val="accent2"/>
              </a:buClr>
              <a:defRPr sz="1600"/>
            </a:lvl4pPr>
            <a:lvl5pPr>
              <a:buClr>
                <a:schemeClr val="accent2"/>
              </a:buClr>
              <a:defRPr sz="1600"/>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55265375"/>
      </p:ext>
    </p:extLst>
  </p:cSld>
  <p:clrMapOvr>
    <a:masterClrMapping/>
  </p:clrMapOvr>
  <p:extLst mod="1">
    <p:ext uri="{DCECCB84-F9BA-43D5-87BE-67443E8EF086}">
      <p15:sldGuideLst xmlns:p15="http://schemas.microsoft.com/office/powerpoint/2012/main">
        <p15:guide id="1" orient="horz" pos="2160">
          <p15:clr>
            <a:srgbClr val="FBAE40"/>
          </p15:clr>
        </p15:guide>
        <p15:guide id="2" pos="7537">
          <p15:clr>
            <a:srgbClr val="FBAE40"/>
          </p15:clr>
        </p15:guide>
        <p15:guide id="3" pos="138">
          <p15:clr>
            <a:srgbClr val="FBAE40"/>
          </p15:clr>
        </p15:guide>
        <p15:guide id="4" orient="horz" pos="4178">
          <p15:clr>
            <a:srgbClr val="FBAE40"/>
          </p15:clr>
        </p15:guide>
        <p15:guide id="5" orient="horz" pos="142">
          <p15:clr>
            <a:srgbClr val="FBAE40"/>
          </p15:clr>
        </p15:guide>
        <p15:guide id="6" pos="2457">
          <p15:clr>
            <a:srgbClr val="FBAE40"/>
          </p15:clr>
        </p15:guide>
        <p15:guide id="7" pos="43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ight Triangle 10">
            <a:extLst>
              <a:ext uri="{FF2B5EF4-FFF2-40B4-BE49-F238E27FC236}">
                <a16:creationId xmlns:a16="http://schemas.microsoft.com/office/drawing/2014/main" id="{037924D2-2AB4-4BE1-9687-836615C72DFC}"/>
              </a:ext>
            </a:extLst>
          </p:cNvPr>
          <p:cNvSpPr/>
          <p:nvPr userDrawn="1"/>
        </p:nvSpPr>
        <p:spPr>
          <a:xfrm flipV="1">
            <a:off x="0" y="-6"/>
            <a:ext cx="10625328" cy="5404110"/>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Connector 15">
            <a:extLst>
              <a:ext uri="{FF2B5EF4-FFF2-40B4-BE49-F238E27FC236}">
                <a16:creationId xmlns:a16="http://schemas.microsoft.com/office/drawing/2014/main" id="{A93BC534-BFA1-4292-899F-03AC711BF7C5}"/>
              </a:ext>
            </a:extLst>
          </p:cNvPr>
          <p:cNvCxnSpPr>
            <a:cxnSpLocks/>
          </p:cNvCxnSpPr>
          <p:nvPr userDrawn="1"/>
        </p:nvCxnSpPr>
        <p:spPr>
          <a:xfrm flipV="1">
            <a:off x="0" y="0"/>
            <a:ext cx="6030686" cy="3004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EE4DB5-5DEF-4DDB-9764-FD834B9DCAEC}"/>
              </a:ext>
            </a:extLst>
          </p:cNvPr>
          <p:cNvCxnSpPr>
            <a:cxnSpLocks/>
          </p:cNvCxnSpPr>
          <p:nvPr userDrawn="1"/>
        </p:nvCxnSpPr>
        <p:spPr>
          <a:xfrm flipV="1">
            <a:off x="9004301" y="3924299"/>
            <a:ext cx="3187700" cy="168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title="Title">
            <a:extLst>
              <a:ext uri="{FF2B5EF4-FFF2-40B4-BE49-F238E27FC236}">
                <a16:creationId xmlns:a16="http://schemas.microsoft.com/office/drawing/2014/main" id="{A648E0EA-49ED-4F2D-A107-8FCE6301FC88}"/>
              </a:ext>
            </a:extLst>
          </p:cNvPr>
          <p:cNvSpPr>
            <a:spLocks noGrp="1"/>
          </p:cNvSpPr>
          <p:nvPr>
            <p:ph type="ctrTitle" hasCustomPrompt="1"/>
          </p:nvPr>
        </p:nvSpPr>
        <p:spPr>
          <a:xfrm>
            <a:off x="719170" y="4374036"/>
            <a:ext cx="5311516" cy="1327031"/>
          </a:xfrm>
          <a:prstGeom prst="rect">
            <a:avLst/>
          </a:prstGeom>
        </p:spPr>
        <p:txBody>
          <a:bodyPr anchor="b">
            <a:normAutofit/>
          </a:bodyPr>
          <a:lstStyle>
            <a:lvl1pPr marL="0" indent="0" algn="r">
              <a:buFont typeface="Arial" panose="020B0604020202020204" pitchFamily="34" charset="0"/>
              <a:buNone/>
              <a:defRPr sz="4300" b="1">
                <a:solidFill>
                  <a:schemeClr val="accent1"/>
                </a:solidFill>
              </a:defRPr>
            </a:lvl1pPr>
          </a:lstStyle>
          <a:p>
            <a:r>
              <a:rPr lang="en-US" noProof="0"/>
              <a:t>Click To Edit Master Title Style</a:t>
            </a:r>
          </a:p>
        </p:txBody>
      </p:sp>
      <p:cxnSp>
        <p:nvCxnSpPr>
          <p:cNvPr id="9" name="Straight Connector 8">
            <a:extLst>
              <a:ext uri="{FF2B5EF4-FFF2-40B4-BE49-F238E27FC236}">
                <a16:creationId xmlns:a16="http://schemas.microsoft.com/office/drawing/2014/main" id="{162849C0-AA0D-4E1A-B4B6-E6A5917AC0A5}"/>
              </a:ext>
            </a:extLst>
          </p:cNvPr>
          <p:cNvCxnSpPr>
            <a:cxnSpLocks/>
          </p:cNvCxnSpPr>
          <p:nvPr userDrawn="1"/>
        </p:nvCxnSpPr>
        <p:spPr>
          <a:xfrm flipV="1">
            <a:off x="-17837" y="4700016"/>
            <a:ext cx="1919789" cy="100105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BDEAC3CA-E21C-4A63-BE7D-DCC820552AB7}"/>
              </a:ext>
            </a:extLst>
          </p:cNvPr>
          <p:cNvSpPr>
            <a:spLocks noGrp="1"/>
          </p:cNvSpPr>
          <p:nvPr>
            <p:ph type="body" sz="half" idx="2"/>
          </p:nvPr>
        </p:nvSpPr>
        <p:spPr>
          <a:xfrm>
            <a:off x="719170" y="5701069"/>
            <a:ext cx="5311516" cy="931505"/>
          </a:xfrm>
          <a:prstGeom prst="rect">
            <a:avLst/>
          </a:prstGeom>
        </p:spPr>
        <p:txBody>
          <a:bodyPr/>
          <a:lstStyle>
            <a:lvl1pPr marL="0" indent="0" algn="r">
              <a:buFont typeface="Arial" panose="020B0604020202020204" pitchFamily="34" charset="0"/>
              <a:buNone/>
              <a:defRPr sz="160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12" name="Picture Placeholder 2">
            <a:extLst>
              <a:ext uri="{FF2B5EF4-FFF2-40B4-BE49-F238E27FC236}">
                <a16:creationId xmlns:a16="http://schemas.microsoft.com/office/drawing/2014/main" id="{22728E0A-430E-4C6A-BF56-06FA8510F29F}"/>
              </a:ext>
            </a:extLst>
          </p:cNvPr>
          <p:cNvSpPr>
            <a:spLocks noGrp="1"/>
          </p:cNvSpPr>
          <p:nvPr>
            <p:ph type="pic" idx="1"/>
          </p:nvPr>
        </p:nvSpPr>
        <p:spPr>
          <a:xfrm>
            <a:off x="6249970" y="2271860"/>
            <a:ext cx="5715017" cy="436071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Tree>
    <p:extLst>
      <p:ext uri="{BB962C8B-B14F-4D97-AF65-F5344CB8AC3E}">
        <p14:creationId xmlns:p14="http://schemas.microsoft.com/office/powerpoint/2010/main" val="2614302603"/>
      </p:ext>
    </p:extLst>
  </p:cSld>
  <p:clrMapOvr>
    <a:masterClrMapping/>
  </p:clrMapOvr>
  <p:extLst mod="1">
    <p:ext uri="{DCECCB84-F9BA-43D5-87BE-67443E8EF086}">
      <p15:sldGuideLst xmlns:p15="http://schemas.microsoft.com/office/powerpoint/2012/main">
        <p15:guide id="1" orient="horz" pos="2160">
          <p15:clr>
            <a:srgbClr val="FBAE40"/>
          </p15:clr>
        </p15:guide>
        <p15:guide id="2" pos="7537">
          <p15:clr>
            <a:srgbClr val="FBAE40"/>
          </p15:clr>
        </p15:guide>
        <p15:guide id="3" pos="138">
          <p15:clr>
            <a:srgbClr val="FBAE40"/>
          </p15:clr>
        </p15:guide>
        <p15:guide id="4" orient="horz" pos="4178">
          <p15:clr>
            <a:srgbClr val="FBAE40"/>
          </p15:clr>
        </p15:guide>
        <p15:guide id="5" orient="horz" pos="142">
          <p15:clr>
            <a:srgbClr val="FBAE40"/>
          </p15:clr>
        </p15:guide>
        <p15:guide id="6" pos="2457">
          <p15:clr>
            <a:srgbClr val="FBAE40"/>
          </p15:clr>
        </p15:guide>
        <p15:guide id="7" pos="43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CC52C5C1-EC33-44C1-9D54-A1058BBF1812}"/>
              </a:ext>
            </a:extLst>
          </p:cNvPr>
          <p:cNvSpPr txBox="1"/>
          <p:nvPr userDrawn="1"/>
        </p:nvSpPr>
        <p:spPr>
          <a:xfrm>
            <a:off x="11072378" y="235732"/>
            <a:ext cx="814647" cy="615553"/>
          </a:xfrm>
          <a:prstGeom prst="rect">
            <a:avLst/>
          </a:prstGeom>
          <a:noFill/>
        </p:spPr>
        <p:txBody>
          <a:bodyPr wrap="none" rtlCol="0">
            <a:spAutoFit/>
          </a:bodyPr>
          <a:lstStyle/>
          <a:p>
            <a:r>
              <a:rPr lang="en-US" sz="3400" b="1" noProof="0" dirty="0">
                <a:solidFill>
                  <a:schemeClr val="accent1"/>
                </a:solidFill>
                <a:latin typeface="Arial Black" panose="020B0A04020102020204" pitchFamily="34" charset="0"/>
              </a:rPr>
              <a:t>FR</a:t>
            </a:r>
          </a:p>
        </p:txBody>
      </p:sp>
      <p:grpSp>
        <p:nvGrpSpPr>
          <p:cNvPr id="26" name="Group 25">
            <a:extLst>
              <a:ext uri="{FF2B5EF4-FFF2-40B4-BE49-F238E27FC236}">
                <a16:creationId xmlns:a16="http://schemas.microsoft.com/office/drawing/2014/main" id="{8A0030CD-8C9E-4AA5-8C5D-F9B2EDB7E17A}"/>
              </a:ext>
            </a:extLst>
          </p:cNvPr>
          <p:cNvGrpSpPr/>
          <p:nvPr userDrawn="1"/>
        </p:nvGrpSpPr>
        <p:grpSpPr>
          <a:xfrm flipH="1">
            <a:off x="7561328" y="0"/>
            <a:ext cx="4831840" cy="3541007"/>
            <a:chOff x="-192127" y="-2"/>
            <a:chExt cx="4831840" cy="3367272"/>
          </a:xfrm>
        </p:grpSpPr>
        <p:sp>
          <p:nvSpPr>
            <p:cNvPr id="27" name="Diagonal Stripe 26">
              <a:extLst>
                <a:ext uri="{FF2B5EF4-FFF2-40B4-BE49-F238E27FC236}">
                  <a16:creationId xmlns:a16="http://schemas.microsoft.com/office/drawing/2014/main" id="{872EE65E-EE50-4A3E-861E-1D6C241CB8EA}"/>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28" name="Straight Connector 27">
              <a:extLst>
                <a:ext uri="{FF2B5EF4-FFF2-40B4-BE49-F238E27FC236}">
                  <a16:creationId xmlns:a16="http://schemas.microsoft.com/office/drawing/2014/main" id="{E76AD1EF-E06C-4D3C-9693-26844D01C83C}"/>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Parallelogram 28">
              <a:extLst>
                <a:ext uri="{FF2B5EF4-FFF2-40B4-BE49-F238E27FC236}">
                  <a16:creationId xmlns:a16="http://schemas.microsoft.com/office/drawing/2014/main" id="{57D44C42-44C0-420A-A125-9B1A979D4F56}"/>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Parallelogram 29">
            <a:extLst>
              <a:ext uri="{FF2B5EF4-FFF2-40B4-BE49-F238E27FC236}">
                <a16:creationId xmlns:a16="http://schemas.microsoft.com/office/drawing/2014/main" id="{406089BB-36DC-4E23-B215-527A8A18FCFB}"/>
              </a:ext>
            </a:extLst>
          </p:cNvPr>
          <p:cNvSpPr/>
          <p:nvPr userDrawn="1"/>
        </p:nvSpPr>
        <p:spPr>
          <a:xfrm flipH="1">
            <a:off x="6679908"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2" name="Footer Placeholder 1">
            <a:extLst>
              <a:ext uri="{FF2B5EF4-FFF2-40B4-BE49-F238E27FC236}">
                <a16:creationId xmlns:a16="http://schemas.microsoft.com/office/drawing/2014/main" id="{578C43A6-50C6-704E-BADC-6D83BADE7316}"/>
              </a:ext>
            </a:extLst>
          </p:cNvPr>
          <p:cNvSpPr>
            <a:spLocks noGrp="1"/>
          </p:cNvSpPr>
          <p:nvPr>
            <p:ph type="ftr" sz="quarter" idx="10"/>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ED91439B-965F-3548-AF77-89501B24F600}"/>
              </a:ext>
            </a:extLst>
          </p:cNvPr>
          <p:cNvSpPr>
            <a:spLocks noGrp="1"/>
          </p:cNvSpPr>
          <p:nvPr>
            <p:ph type="sldNum" sz="quarter" idx="11"/>
          </p:nvPr>
        </p:nvSpPr>
        <p:spPr/>
        <p:txBody>
          <a:bodyPr/>
          <a:lstStyle/>
          <a:p>
            <a:fld id="{8699F50C-BE38-4BD0-BA84-9B090E1F2B9B}" type="slidenum">
              <a:rPr lang="en-US" noProof="0" smtClean="0"/>
              <a:t>‹#›</a:t>
            </a:fld>
            <a:endParaRPr lang="en-US" noProof="0" dirty="0"/>
          </a:p>
        </p:txBody>
      </p:sp>
    </p:spTree>
    <p:extLst>
      <p:ext uri="{BB962C8B-B14F-4D97-AF65-F5344CB8AC3E}">
        <p14:creationId xmlns:p14="http://schemas.microsoft.com/office/powerpoint/2010/main" val="3419906843"/>
      </p:ext>
    </p:extLst>
  </p:cSld>
  <p:clrMapOvr>
    <a:masterClrMapping/>
  </p:clrMapOvr>
  <p:extLst mod="1">
    <p:ext uri="{DCECCB84-F9BA-43D5-87BE-67443E8EF086}">
      <p15:sldGuideLst xmlns:p15="http://schemas.microsoft.com/office/powerpoint/2012/main">
        <p15:guide id="1" orient="horz" pos="142">
          <p15:clr>
            <a:srgbClr val="FBAE40"/>
          </p15:clr>
        </p15:guide>
        <p15:guide id="2" pos="3840">
          <p15:clr>
            <a:srgbClr val="FBAE40"/>
          </p15:clr>
        </p15:guide>
        <p15:guide id="3" pos="77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7E8A2C98-F26E-415A-B931-1B89CA46C1CF}"/>
              </a:ext>
            </a:extLst>
          </p:cNvPr>
          <p:cNvSpPr txBox="1"/>
          <p:nvPr userDrawn="1"/>
        </p:nvSpPr>
        <p:spPr>
          <a:xfrm>
            <a:off x="11072378" y="235732"/>
            <a:ext cx="814647" cy="615553"/>
          </a:xfrm>
          <a:prstGeom prst="rect">
            <a:avLst/>
          </a:prstGeom>
          <a:noFill/>
        </p:spPr>
        <p:txBody>
          <a:bodyPr wrap="none" rtlCol="0">
            <a:spAutoFit/>
          </a:bodyPr>
          <a:lstStyle/>
          <a:p>
            <a:r>
              <a:rPr lang="en-US" sz="3400" b="1" noProof="0" dirty="0">
                <a:solidFill>
                  <a:schemeClr val="accent1"/>
                </a:solidFill>
                <a:latin typeface="Arial Black" panose="020B0A04020102020204" pitchFamily="34" charset="0"/>
              </a:rPr>
              <a:t>FR</a:t>
            </a:r>
          </a:p>
        </p:txBody>
      </p:sp>
      <p:grpSp>
        <p:nvGrpSpPr>
          <p:cNvPr id="27" name="Group 26">
            <a:extLst>
              <a:ext uri="{FF2B5EF4-FFF2-40B4-BE49-F238E27FC236}">
                <a16:creationId xmlns:a16="http://schemas.microsoft.com/office/drawing/2014/main" id="{1B2FB48C-0C70-4DBE-B904-A134B6644DD3}"/>
              </a:ext>
            </a:extLst>
          </p:cNvPr>
          <p:cNvGrpSpPr/>
          <p:nvPr userDrawn="1"/>
        </p:nvGrpSpPr>
        <p:grpSpPr>
          <a:xfrm flipH="1">
            <a:off x="7561328" y="0"/>
            <a:ext cx="4831840" cy="3541007"/>
            <a:chOff x="-192127" y="-2"/>
            <a:chExt cx="4831840" cy="3367272"/>
          </a:xfrm>
        </p:grpSpPr>
        <p:sp>
          <p:nvSpPr>
            <p:cNvPr id="28" name="Diagonal Stripe 27">
              <a:extLst>
                <a:ext uri="{FF2B5EF4-FFF2-40B4-BE49-F238E27FC236}">
                  <a16:creationId xmlns:a16="http://schemas.microsoft.com/office/drawing/2014/main" id="{4F2E2158-1E6E-4E0D-BDAB-B20041C73615}"/>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29" name="Straight Connector 28">
              <a:extLst>
                <a:ext uri="{FF2B5EF4-FFF2-40B4-BE49-F238E27FC236}">
                  <a16:creationId xmlns:a16="http://schemas.microsoft.com/office/drawing/2014/main" id="{626D62DB-3A5A-4DA1-BFA4-D9E58676E86A}"/>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F5A729A7-3A5C-405C-AE06-180E7529E477}"/>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1" name="Parallelogram 30">
            <a:extLst>
              <a:ext uri="{FF2B5EF4-FFF2-40B4-BE49-F238E27FC236}">
                <a16:creationId xmlns:a16="http://schemas.microsoft.com/office/drawing/2014/main" id="{41E23981-B12A-4AC3-A030-337BBBA5E45B}"/>
              </a:ext>
            </a:extLst>
          </p:cNvPr>
          <p:cNvSpPr/>
          <p:nvPr userDrawn="1"/>
        </p:nvSpPr>
        <p:spPr>
          <a:xfrm flipH="1">
            <a:off x="6679908"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3" name="Title 1" title="Title ">
            <a:extLst>
              <a:ext uri="{FF2B5EF4-FFF2-40B4-BE49-F238E27FC236}">
                <a16:creationId xmlns:a16="http://schemas.microsoft.com/office/drawing/2014/main" id="{59067A2C-FE71-4381-BE51-08DAC5E4354A}"/>
              </a:ext>
            </a:extLst>
          </p:cNvPr>
          <p:cNvSpPr>
            <a:spLocks noGrp="1"/>
          </p:cNvSpPr>
          <p:nvPr>
            <p:ph type="title" hasCustomPrompt="1"/>
          </p:nvPr>
        </p:nvSpPr>
        <p:spPr>
          <a:xfrm>
            <a:off x="518678" y="209028"/>
            <a:ext cx="8333222" cy="1215566"/>
          </a:xfrm>
          <a:prstGeom prst="rect">
            <a:avLst/>
          </a:prstGeom>
        </p:spPr>
        <p:txBody>
          <a:bodyPr anchor="b">
            <a:normAutofit/>
          </a:bodyPr>
          <a:lstStyle>
            <a:lvl1pPr>
              <a:defRPr sz="4400" b="1">
                <a:solidFill>
                  <a:schemeClr val="accent1"/>
                </a:solidFill>
              </a:defRPr>
            </a:lvl1pPr>
          </a:lstStyle>
          <a:p>
            <a:r>
              <a:rPr lang="en-US" noProof="0"/>
              <a:t>Click to Edit Master Title Style </a:t>
            </a:r>
          </a:p>
        </p:txBody>
      </p:sp>
      <p:sp>
        <p:nvSpPr>
          <p:cNvPr id="2" name="Footer Placeholder 1">
            <a:extLst>
              <a:ext uri="{FF2B5EF4-FFF2-40B4-BE49-F238E27FC236}">
                <a16:creationId xmlns:a16="http://schemas.microsoft.com/office/drawing/2014/main" id="{CB69A007-934D-7A4B-9EFA-82044EF4DC33}"/>
              </a:ext>
            </a:extLst>
          </p:cNvPr>
          <p:cNvSpPr>
            <a:spLocks noGrp="1"/>
          </p:cNvSpPr>
          <p:nvPr>
            <p:ph type="ftr" sz="quarter" idx="10"/>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5A154DC2-98C7-4D4B-A17A-AA4731217F17}"/>
              </a:ext>
            </a:extLst>
          </p:cNvPr>
          <p:cNvSpPr>
            <a:spLocks noGrp="1"/>
          </p:cNvSpPr>
          <p:nvPr>
            <p:ph type="sldNum" sz="quarter" idx="11"/>
          </p:nvPr>
        </p:nvSpPr>
        <p:spPr/>
        <p:txBody>
          <a:bodyPr/>
          <a:lstStyle/>
          <a:p>
            <a:fld id="{8699F50C-BE38-4BD0-BA84-9B090E1F2B9B}" type="slidenum">
              <a:rPr lang="en-US" noProof="0" smtClean="0"/>
              <a:t>‹#›</a:t>
            </a:fld>
            <a:endParaRPr lang="en-US" noProof="0" dirty="0"/>
          </a:p>
        </p:txBody>
      </p:sp>
    </p:spTree>
    <p:extLst>
      <p:ext uri="{BB962C8B-B14F-4D97-AF65-F5344CB8AC3E}">
        <p14:creationId xmlns:p14="http://schemas.microsoft.com/office/powerpoint/2010/main" val="658419099"/>
      </p:ext>
    </p:extLst>
  </p:cSld>
  <p:clrMapOvr>
    <a:masterClrMapping/>
  </p:clrMapOvr>
  <p:extLst mod="1">
    <p:ext uri="{DCECCB84-F9BA-43D5-87BE-67443E8EF086}">
      <p15:sldGuideLst xmlns:p15="http://schemas.microsoft.com/office/powerpoint/2012/main">
        <p15:guide id="1" orient="horz" pos="142">
          <p15:clr>
            <a:srgbClr val="FBAE40"/>
          </p15:clr>
        </p15:guide>
        <p15:guide id="2" pos="3840">
          <p15:clr>
            <a:srgbClr val="FBAE40"/>
          </p15:clr>
        </p15:guide>
        <p15:guide id="3" pos="77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CE2EB-00DF-4EBA-BF1F-D37805D45585}"/>
              </a:ext>
            </a:extLst>
          </p:cNvPr>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658918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DB16155-303B-403D-8B49-D4CEE47D6863}"/>
              </a:ext>
            </a:extLst>
          </p:cNvPr>
          <p:cNvSpPr>
            <a:spLocks noGrp="1"/>
          </p:cNvSpPr>
          <p:nvPr>
            <p:ph type="ftr" sz="quarter" idx="3"/>
          </p:nvPr>
        </p:nvSpPr>
        <p:spPr>
          <a:xfrm>
            <a:off x="338530" y="6356350"/>
            <a:ext cx="4114800" cy="365125"/>
          </a:xfrm>
          <a:prstGeom prst="rect">
            <a:avLst/>
          </a:prstGeom>
        </p:spPr>
        <p:txBody>
          <a:bodyPr vert="horz" lIns="91440" tIns="45720" rIns="91440" bIns="45720" rtlCol="0" anchor="ctr"/>
          <a:lstStyle>
            <a:lvl1pPr algn="l">
              <a:defRPr sz="1200">
                <a:solidFill>
                  <a:schemeClr val="bg2"/>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6B915EF5-4ABE-4759-AC09-679CD6083A55}"/>
              </a:ext>
            </a:extLst>
          </p:cNvPr>
          <p:cNvSpPr>
            <a:spLocks noGrp="1"/>
          </p:cNvSpPr>
          <p:nvPr>
            <p:ph type="sldNum" sz="quarter" idx="4"/>
          </p:nvPr>
        </p:nvSpPr>
        <p:spPr>
          <a:xfrm>
            <a:off x="11146971" y="6356350"/>
            <a:ext cx="740227" cy="365125"/>
          </a:xfrm>
          <a:prstGeom prst="rect">
            <a:avLst/>
          </a:prstGeom>
        </p:spPr>
        <p:txBody>
          <a:bodyPr vert="horz" lIns="91440" tIns="45720" rIns="91440" bIns="45720" rtlCol="0" anchor="ctr"/>
          <a:lstStyle>
            <a:lvl1pPr algn="r">
              <a:defRPr sz="1200">
                <a:solidFill>
                  <a:schemeClr val="bg2"/>
                </a:solidFill>
              </a:defRPr>
            </a:lvl1pPr>
          </a:lstStyle>
          <a:p>
            <a:fld id="{8699F50C-BE38-4BD0-BA84-9B090E1F2B9B}" type="slidenum">
              <a:rPr lang="en-US" noProof="0" smtClean="0"/>
              <a:pPr/>
              <a:t>‹#›</a:t>
            </a:fld>
            <a:endParaRPr lang="en-US" noProof="0" dirty="0"/>
          </a:p>
        </p:txBody>
      </p:sp>
      <p:sp>
        <p:nvSpPr>
          <p:cNvPr id="9" name="Title Placeholder 8">
            <a:extLst>
              <a:ext uri="{FF2B5EF4-FFF2-40B4-BE49-F238E27FC236}">
                <a16:creationId xmlns:a16="http://schemas.microsoft.com/office/drawing/2014/main" id="{AA2D2B61-D240-024D-AD60-4162EF1528B9}"/>
              </a:ext>
            </a:extLst>
          </p:cNvPr>
          <p:cNvSpPr>
            <a:spLocks noGrp="1"/>
          </p:cNvSpPr>
          <p:nvPr>
            <p:ph type="title"/>
          </p:nvPr>
        </p:nvSpPr>
        <p:spPr>
          <a:xfrm>
            <a:off x="518678" y="209029"/>
            <a:ext cx="10835122" cy="1147968"/>
          </a:xfrm>
          <a:prstGeom prst="rect">
            <a:avLst/>
          </a:prstGeom>
        </p:spPr>
        <p:txBody>
          <a:bodyPr vert="horz" lIns="91440" tIns="45720" rIns="91440" bIns="0" rtlCol="0" anchor="b">
            <a:normAutofit/>
          </a:bodyPr>
          <a:lstStyle/>
          <a:p>
            <a:r>
              <a:rPr lang="en-US" noProof="0" smtClean="0"/>
              <a:t>Click to edit Master title style</a:t>
            </a:r>
            <a:endParaRPr lang="en-US" noProof="0"/>
          </a:p>
        </p:txBody>
      </p:sp>
    </p:spTree>
    <p:extLst>
      <p:ext uri="{BB962C8B-B14F-4D97-AF65-F5344CB8AC3E}">
        <p14:creationId xmlns:p14="http://schemas.microsoft.com/office/powerpoint/2010/main" val="156488508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5" r:id="rId3"/>
    <p:sldLayoutId id="2147483706" r:id="rId4"/>
    <p:sldLayoutId id="2147483708" r:id="rId5"/>
    <p:sldLayoutId id="2147483704" r:id="rId6"/>
    <p:sldLayoutId id="2147483689" r:id="rId7"/>
    <p:sldLayoutId id="2147483668" r:id="rId8"/>
    <p:sldLayoutId id="2147483707" r:id="rId9"/>
    <p:sldLayoutId id="2147483710" r:id="rId10"/>
    <p:sldLayoutId id="2147483711" r:id="rId11"/>
    <p:sldLayoutId id="2147483712" r:id="rId12"/>
    <p:sldLayoutId id="2147483713" r:id="rId13"/>
    <p:sldLayoutId id="2147483714" r:id="rId14"/>
    <p:sldLayoutId id="2147483715" r:id="rId15"/>
    <p:sldLayoutId id="2147483716" r:id="rId16"/>
    <p:sldLayoutId id="2147483692" r:id="rId17"/>
    <p:sldLayoutId id="2147483697" r:id="rId18"/>
    <p:sldLayoutId id="2147483674" r:id="rId19"/>
  </p:sldLayoutIdLst>
  <p:hf hdr="0"/>
  <p:txStyles>
    <p:title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2E7A40"/>
        </a:buClr>
        <a:buFont typeface="Arial" panose="020B0604020202020204" pitchFamily="34" charset="0"/>
        <a:buChar char="•"/>
        <a:defRPr lang="en-US" sz="2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2E7A40"/>
        </a:buClr>
        <a:buFont typeface="Arial" panose="020B0604020202020204" pitchFamily="34" charset="0"/>
        <a:buChar char="•"/>
        <a:defRPr lang="en-US" sz="20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2E7A40"/>
        </a:buClr>
        <a:buFont typeface="Arial" panose="020B0604020202020204" pitchFamily="34" charset="0"/>
        <a:buChar char="•"/>
        <a:defRPr lang="en-US" sz="18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2E7A40"/>
        </a:buClr>
        <a:buFont typeface="Arial" panose="020B0604020202020204" pitchFamily="34" charset="0"/>
        <a:buChar char="•"/>
        <a:defRPr lang="en-US" sz="16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2E7A40"/>
        </a:buClr>
        <a:buFont typeface="Arial" panose="020B0604020202020204" pitchFamily="34" charset="0"/>
        <a:buChar char="•"/>
        <a:defRPr lang="en-IN"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title="Building image">
            <a:extLst>
              <a:ext uri="{FF2B5EF4-FFF2-40B4-BE49-F238E27FC236}">
                <a16:creationId xmlns:a16="http://schemas.microsoft.com/office/drawing/2014/main" id="{257F6BCE-75BB-4ECD-BEA5-21C36A9CC0E9}"/>
              </a:ext>
            </a:extLst>
          </p:cNvPr>
          <p:cNvPicPr>
            <a:picLocks noGrp="1" noChangeAspect="1"/>
          </p:cNvPicPr>
          <p:nvPr>
            <p:ph type="pic" sz="quarter" idx="13"/>
          </p:nvPr>
        </p:nvPicPr>
        <p:blipFill>
          <a:blip r:embed="rId2"/>
          <a:srcRect l="20784" r="20784"/>
          <a:stretch>
            <a:fillRect/>
          </a:stretch>
        </p:blipFill>
        <p:spPr/>
      </p:pic>
      <p:sp>
        <p:nvSpPr>
          <p:cNvPr id="18" name="Hexagon 17" descr="Solid dark colored hexagon in the middle of image accent">
            <a:extLst>
              <a:ext uri="{FF2B5EF4-FFF2-40B4-BE49-F238E27FC236}">
                <a16:creationId xmlns:a16="http://schemas.microsoft.com/office/drawing/2014/main" id="{0E6B042D-E9CB-40E0-AAE9-6AD11F53E044}"/>
              </a:ext>
            </a:extLst>
          </p:cNvPr>
          <p:cNvSpPr/>
          <p:nvPr/>
        </p:nvSpPr>
        <p:spPr>
          <a:xfrm rot="16200000">
            <a:off x="2679702" y="2388914"/>
            <a:ext cx="2412998" cy="2080172"/>
          </a:xfrm>
          <a:prstGeom prst="hexagon">
            <a:avLst/>
          </a:prstGeom>
          <a:solidFill>
            <a:srgbClr val="001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descr="Company name and logo group of information&#10;">
            <a:extLst>
              <a:ext uri="{FF2B5EF4-FFF2-40B4-BE49-F238E27FC236}">
                <a16:creationId xmlns:a16="http://schemas.microsoft.com/office/drawing/2014/main" id="{5B07AEC6-55AE-4E18-BEEA-A226E87C7897}"/>
              </a:ext>
            </a:extLst>
          </p:cNvPr>
          <p:cNvGrpSpPr/>
          <p:nvPr/>
        </p:nvGrpSpPr>
        <p:grpSpPr>
          <a:xfrm>
            <a:off x="2955850" y="2921167"/>
            <a:ext cx="1936688" cy="1053216"/>
            <a:chOff x="2955850" y="2967822"/>
            <a:chExt cx="1936688" cy="1053216"/>
          </a:xfrm>
        </p:grpSpPr>
        <p:sp>
          <p:nvSpPr>
            <p:cNvPr id="20" name="TextBox 19">
              <a:extLst>
                <a:ext uri="{FF2B5EF4-FFF2-40B4-BE49-F238E27FC236}">
                  <a16:creationId xmlns:a16="http://schemas.microsoft.com/office/drawing/2014/main" id="{94DF2E04-7632-4FED-B0BF-8FB243D982A3}"/>
                </a:ext>
              </a:extLst>
            </p:cNvPr>
            <p:cNvSpPr txBox="1"/>
            <p:nvPr/>
          </p:nvSpPr>
          <p:spPr>
            <a:xfrm>
              <a:off x="2997467" y="2967822"/>
              <a:ext cx="1895071" cy="1015663"/>
            </a:xfrm>
            <a:prstGeom prst="rect">
              <a:avLst/>
            </a:prstGeom>
            <a:noFill/>
          </p:spPr>
          <p:txBody>
            <a:bodyPr wrap="none" rtlCol="0">
              <a:spAutoFit/>
            </a:bodyPr>
            <a:lstStyle/>
            <a:p>
              <a:r>
                <a:rPr lang="en-US" sz="6000" b="1" dirty="0" smtClean="0">
                  <a:solidFill>
                    <a:schemeClr val="bg1"/>
                  </a:solidFill>
                  <a:latin typeface="Arial Black" panose="020B0A04020102020204" pitchFamily="34" charset="0"/>
                </a:rPr>
                <a:t>DSP</a:t>
              </a:r>
              <a:endParaRPr lang="en-US" sz="6000" b="1" dirty="0">
                <a:solidFill>
                  <a:schemeClr val="bg1"/>
                </a:solidFill>
                <a:latin typeface="Arial Black" panose="020B0A04020102020204" pitchFamily="34" charset="0"/>
              </a:endParaRPr>
            </a:p>
          </p:txBody>
        </p:sp>
        <p:sp>
          <p:nvSpPr>
            <p:cNvPr id="21" name="TextBox 20">
              <a:extLst>
                <a:ext uri="{FF2B5EF4-FFF2-40B4-BE49-F238E27FC236}">
                  <a16:creationId xmlns:a16="http://schemas.microsoft.com/office/drawing/2014/main" id="{FC9A1C71-347B-44A9-88B4-692D9731582D}"/>
                </a:ext>
              </a:extLst>
            </p:cNvPr>
            <p:cNvSpPr txBox="1"/>
            <p:nvPr/>
          </p:nvSpPr>
          <p:spPr>
            <a:xfrm>
              <a:off x="2955850" y="3713261"/>
              <a:ext cx="1804789" cy="307777"/>
            </a:xfrm>
            <a:prstGeom prst="rect">
              <a:avLst/>
            </a:prstGeom>
            <a:noFill/>
          </p:spPr>
          <p:txBody>
            <a:bodyPr wrap="none" rtlCol="0">
              <a:spAutoFit/>
            </a:bodyPr>
            <a:lstStyle/>
            <a:p>
              <a:r>
                <a:rPr lang="en-US" sz="1400" dirty="0" smtClean="0">
                  <a:solidFill>
                    <a:schemeClr val="bg1"/>
                  </a:solidFill>
                  <a:cs typeface="Calibri Light" panose="020F0302020204030204" pitchFamily="34" charset="0"/>
                </a:rPr>
                <a:t>   PROJECT 2018-2019</a:t>
              </a:r>
              <a:endParaRPr lang="en-US" sz="1400" dirty="0">
                <a:solidFill>
                  <a:schemeClr val="bg1"/>
                </a:solidFill>
                <a:cs typeface="Calibri Light" panose="020F0302020204030204" pitchFamily="34" charset="0"/>
              </a:endParaRPr>
            </a:p>
          </p:txBody>
        </p:sp>
      </p:grpSp>
      <p:sp>
        <p:nvSpPr>
          <p:cNvPr id="2" name="Title 1">
            <a:extLst>
              <a:ext uri="{FF2B5EF4-FFF2-40B4-BE49-F238E27FC236}">
                <a16:creationId xmlns:a16="http://schemas.microsoft.com/office/drawing/2014/main" id="{3D638ACE-163E-40EB-A458-E794C67EA2A6}"/>
              </a:ext>
            </a:extLst>
          </p:cNvPr>
          <p:cNvSpPr>
            <a:spLocks noGrp="1"/>
          </p:cNvSpPr>
          <p:nvPr>
            <p:ph type="ctrTitle"/>
          </p:nvPr>
        </p:nvSpPr>
        <p:spPr>
          <a:xfrm>
            <a:off x="6375719" y="2620873"/>
            <a:ext cx="4853573" cy="1616252"/>
          </a:xfrm>
        </p:spPr>
        <p:txBody>
          <a:bodyPr anchor="ctr">
            <a:normAutofit fontScale="90000"/>
          </a:bodyPr>
          <a:lstStyle/>
          <a:p>
            <a:r>
              <a:rPr lang="en-IN" sz="4400" dirty="0">
                <a:latin typeface="Trebuchet MS" panose="020B0603020202020204" pitchFamily="34" charset="0"/>
              </a:rPr>
              <a:t>FINDING THE NOTES PRESENT IN GUITAR CHORD WITH THE HELP OF FAST FOURIER TRANSFORM</a:t>
            </a:r>
            <a:endParaRPr lang="en-US" sz="4400" dirty="0">
              <a:latin typeface="Trebuchet MS" panose="020B0603020202020204" pitchFamily="34" charset="0"/>
            </a:endParaRPr>
          </a:p>
        </p:txBody>
      </p:sp>
      <p:sp>
        <p:nvSpPr>
          <p:cNvPr id="3" name="Subtitle 2">
            <a:extLst>
              <a:ext uri="{FF2B5EF4-FFF2-40B4-BE49-F238E27FC236}">
                <a16:creationId xmlns:a16="http://schemas.microsoft.com/office/drawing/2014/main" id="{5C9205DF-8F5E-49F7-B00E-6F58293F5130}"/>
              </a:ext>
            </a:extLst>
          </p:cNvPr>
          <p:cNvSpPr>
            <a:spLocks noGrp="1"/>
          </p:cNvSpPr>
          <p:nvPr>
            <p:ph type="subTitle" idx="1"/>
          </p:nvPr>
        </p:nvSpPr>
        <p:spPr>
          <a:xfrm>
            <a:off x="6375719" y="5262814"/>
            <a:ext cx="4854339" cy="1257574"/>
          </a:xfrm>
        </p:spPr>
        <p:txBody>
          <a:bodyPr/>
          <a:lstStyle/>
          <a:p>
            <a:r>
              <a:rPr lang="en-US" dirty="0"/>
              <a:t>Subtitle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60" y="-134497"/>
            <a:ext cx="1346696" cy="1144692"/>
          </a:xfrm>
          <a:prstGeom prst="rect">
            <a:avLst/>
          </a:prstGeom>
        </p:spPr>
      </p:pic>
    </p:spTree>
    <p:extLst>
      <p:ext uri="{BB962C8B-B14F-4D97-AF65-F5344CB8AC3E}">
        <p14:creationId xmlns:p14="http://schemas.microsoft.com/office/powerpoint/2010/main" val="39806997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2D599535-C841-457B-BE92-EECA801ED76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1663337" y="860944"/>
            <a:ext cx="4563292" cy="5137089"/>
          </a:xfrm>
        </p:spPr>
      </p:pic>
      <p:sp>
        <p:nvSpPr>
          <p:cNvPr id="10" name="Hexagon 9" descr="Solid dark colored hexagon in the middle of image accent">
            <a:extLst>
              <a:ext uri="{FF2B5EF4-FFF2-40B4-BE49-F238E27FC236}">
                <a16:creationId xmlns:a16="http://schemas.microsoft.com/office/drawing/2014/main" id="{84367257-921F-4C31-9DD7-8B0616248FDF}"/>
              </a:ext>
            </a:extLst>
          </p:cNvPr>
          <p:cNvSpPr/>
          <p:nvPr/>
        </p:nvSpPr>
        <p:spPr>
          <a:xfrm rot="16200000">
            <a:off x="2679702" y="2388914"/>
            <a:ext cx="2412998" cy="2080172"/>
          </a:xfrm>
          <a:prstGeom prst="hexag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descr="Company initials and name grouped block">
            <a:extLst>
              <a:ext uri="{FF2B5EF4-FFF2-40B4-BE49-F238E27FC236}">
                <a16:creationId xmlns:a16="http://schemas.microsoft.com/office/drawing/2014/main" id="{91C1EA1C-1F3E-4109-905A-96F1DC0515BC}"/>
              </a:ext>
            </a:extLst>
          </p:cNvPr>
          <p:cNvGrpSpPr/>
          <p:nvPr/>
        </p:nvGrpSpPr>
        <p:grpSpPr>
          <a:xfrm>
            <a:off x="2955850" y="2865300"/>
            <a:ext cx="1925989" cy="1109083"/>
            <a:chOff x="2955850" y="2911955"/>
            <a:chExt cx="1925989" cy="1109083"/>
          </a:xfrm>
        </p:grpSpPr>
        <p:sp>
          <p:nvSpPr>
            <p:cNvPr id="7" name="TextBox 6">
              <a:extLst>
                <a:ext uri="{FF2B5EF4-FFF2-40B4-BE49-F238E27FC236}">
                  <a16:creationId xmlns:a16="http://schemas.microsoft.com/office/drawing/2014/main" id="{4835BE9C-E4C1-41B7-ACD8-7ABEC8DF5F24}"/>
                </a:ext>
              </a:extLst>
            </p:cNvPr>
            <p:cNvSpPr txBox="1"/>
            <p:nvPr/>
          </p:nvSpPr>
          <p:spPr>
            <a:xfrm>
              <a:off x="2986768" y="2911955"/>
              <a:ext cx="1895071" cy="1015663"/>
            </a:xfrm>
            <a:prstGeom prst="rect">
              <a:avLst/>
            </a:prstGeom>
            <a:noFill/>
          </p:spPr>
          <p:txBody>
            <a:bodyPr wrap="none" rtlCol="0">
              <a:spAutoFit/>
            </a:bodyPr>
            <a:lstStyle/>
            <a:p>
              <a:r>
                <a:rPr lang="en-US" sz="6000" b="1" dirty="0" smtClean="0">
                  <a:latin typeface="Arial Black" panose="020B0A04020102020204" pitchFamily="34" charset="0"/>
                </a:rPr>
                <a:t>DSP</a:t>
              </a:r>
              <a:endParaRPr lang="en-US" sz="6000" b="1" dirty="0">
                <a:latin typeface="Arial Black" panose="020B0A04020102020204" pitchFamily="34" charset="0"/>
              </a:endParaRPr>
            </a:p>
          </p:txBody>
        </p:sp>
        <p:sp>
          <p:nvSpPr>
            <p:cNvPr id="9" name="TextBox 8">
              <a:extLst>
                <a:ext uri="{FF2B5EF4-FFF2-40B4-BE49-F238E27FC236}">
                  <a16:creationId xmlns:a16="http://schemas.microsoft.com/office/drawing/2014/main" id="{64052DBB-CC72-4F59-92CE-00AB25EFF3F6}"/>
                </a:ext>
              </a:extLst>
            </p:cNvPr>
            <p:cNvSpPr txBox="1"/>
            <p:nvPr/>
          </p:nvSpPr>
          <p:spPr>
            <a:xfrm>
              <a:off x="2955850" y="3713261"/>
              <a:ext cx="1804789" cy="307777"/>
            </a:xfrm>
            <a:prstGeom prst="rect">
              <a:avLst/>
            </a:prstGeom>
            <a:noFill/>
          </p:spPr>
          <p:txBody>
            <a:bodyPr wrap="none" rtlCol="0">
              <a:spAutoFit/>
            </a:bodyPr>
            <a:lstStyle/>
            <a:p>
              <a:r>
                <a:rPr lang="en-US" sz="1400" dirty="0" smtClean="0">
                  <a:cs typeface="Calibri Light" panose="020F0302020204030204" pitchFamily="34" charset="0"/>
                </a:rPr>
                <a:t>   PROJECT 2018-2019 </a:t>
              </a:r>
              <a:endParaRPr lang="en-US" sz="1400" dirty="0">
                <a:cs typeface="Calibri Light" panose="020F0302020204030204" pitchFamily="34" charset="0"/>
              </a:endParaRPr>
            </a:p>
          </p:txBody>
        </p:sp>
      </p:grpSp>
      <p:sp>
        <p:nvSpPr>
          <p:cNvPr id="4" name="Title 3">
            <a:extLst>
              <a:ext uri="{FF2B5EF4-FFF2-40B4-BE49-F238E27FC236}">
                <a16:creationId xmlns:a16="http://schemas.microsoft.com/office/drawing/2014/main" id="{291CA16A-993E-43BA-BDDC-9E427CF951B2}"/>
              </a:ext>
            </a:extLst>
          </p:cNvPr>
          <p:cNvSpPr>
            <a:spLocks noGrp="1"/>
          </p:cNvSpPr>
          <p:nvPr>
            <p:ph type="title"/>
          </p:nvPr>
        </p:nvSpPr>
        <p:spPr>
          <a:xfrm>
            <a:off x="8429896" y="5677989"/>
            <a:ext cx="4167659" cy="1343752"/>
          </a:xfrm>
        </p:spPr>
        <p:txBody>
          <a:bodyPr>
            <a:noAutofit/>
          </a:bodyPr>
          <a:lstStyle/>
          <a:p>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
            </a:r>
            <a:br>
              <a:rPr lang="en-US" sz="1600" b="0" dirty="0">
                <a:latin typeface="Trebuchet MS" panose="020B0603020202020204" pitchFamily="34" charset="0"/>
                <a:ea typeface="Microsoft Himalaya" panose="01010100010101010101" pitchFamily="2" charset="0"/>
                <a:cs typeface="Microsoft Himalaya" panose="01010100010101010101" pitchFamily="2" charset="0"/>
              </a:rPr>
            </a:br>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
            </a:r>
            <a:br>
              <a:rPr lang="en-US" sz="1600" b="0" dirty="0">
                <a:latin typeface="Trebuchet MS" panose="020B0603020202020204" pitchFamily="34" charset="0"/>
                <a:ea typeface="Microsoft Himalaya" panose="01010100010101010101" pitchFamily="2" charset="0"/>
                <a:cs typeface="Microsoft Himalaya" panose="01010100010101010101" pitchFamily="2" charset="0"/>
              </a:rPr>
            </a:br>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SUBMITTED BY </a:t>
            </a:r>
            <a:r>
              <a:rPr lang="en-US" sz="1600" b="0" dirty="0" smtClean="0">
                <a:latin typeface="Trebuchet MS" panose="020B0603020202020204" pitchFamily="34" charset="0"/>
                <a:ea typeface="Microsoft Himalaya" panose="01010100010101010101" pitchFamily="2" charset="0"/>
                <a:cs typeface="Microsoft Himalaya" panose="01010100010101010101" pitchFamily="2" charset="0"/>
              </a:rPr>
              <a:t>:	PRAKHAR </a:t>
            </a:r>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PALIWAL</a:t>
            </a:r>
            <a:br>
              <a:rPr lang="en-US" sz="1600" b="0" dirty="0">
                <a:latin typeface="Trebuchet MS" panose="020B0603020202020204" pitchFamily="34" charset="0"/>
                <a:ea typeface="Microsoft Himalaya" panose="01010100010101010101" pitchFamily="2" charset="0"/>
                <a:cs typeface="Microsoft Himalaya" panose="01010100010101010101" pitchFamily="2" charset="0"/>
              </a:rPr>
            </a:br>
            <a:r>
              <a:rPr lang="en-US" sz="1600" b="0" dirty="0" smtClean="0">
                <a:latin typeface="Trebuchet MS" panose="020B0603020202020204" pitchFamily="34" charset="0"/>
                <a:ea typeface="Microsoft Himalaya" panose="01010100010101010101" pitchFamily="2" charset="0"/>
                <a:cs typeface="Microsoft Himalaya" panose="01010100010101010101" pitchFamily="2" charset="0"/>
              </a:rPr>
              <a:t>		[</a:t>
            </a:r>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EN17EL301101]</a:t>
            </a:r>
            <a:br>
              <a:rPr lang="en-US" sz="1600" b="0" dirty="0">
                <a:latin typeface="Trebuchet MS" panose="020B0603020202020204" pitchFamily="34" charset="0"/>
                <a:ea typeface="Microsoft Himalaya" panose="01010100010101010101" pitchFamily="2" charset="0"/>
                <a:cs typeface="Microsoft Himalaya" panose="01010100010101010101" pitchFamily="2" charset="0"/>
              </a:rPr>
            </a:br>
            <a:r>
              <a:rPr lang="en-US" sz="1600" b="0" dirty="0" smtClean="0">
                <a:latin typeface="Trebuchet MS" panose="020B0603020202020204" pitchFamily="34" charset="0"/>
                <a:ea typeface="Microsoft Himalaya" panose="01010100010101010101" pitchFamily="2" charset="0"/>
                <a:cs typeface="Microsoft Himalaya" panose="01010100010101010101" pitchFamily="2" charset="0"/>
              </a:rPr>
              <a:t>		RISHABH </a:t>
            </a:r>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JAIN</a:t>
            </a:r>
            <a:br>
              <a:rPr lang="en-US" sz="1600" b="0" dirty="0">
                <a:latin typeface="Trebuchet MS" panose="020B0603020202020204" pitchFamily="34" charset="0"/>
                <a:ea typeface="Microsoft Himalaya" panose="01010100010101010101" pitchFamily="2" charset="0"/>
                <a:cs typeface="Microsoft Himalaya" panose="01010100010101010101" pitchFamily="2" charset="0"/>
              </a:rPr>
            </a:br>
            <a:r>
              <a:rPr lang="en-US" sz="1600" b="0" dirty="0" smtClean="0">
                <a:latin typeface="Trebuchet MS" panose="020B0603020202020204" pitchFamily="34" charset="0"/>
                <a:ea typeface="Microsoft Himalaya" panose="01010100010101010101" pitchFamily="2" charset="0"/>
                <a:cs typeface="Microsoft Himalaya" panose="01010100010101010101" pitchFamily="2" charset="0"/>
              </a:rPr>
              <a:t>		[</a:t>
            </a:r>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EN17EL301115]</a:t>
            </a:r>
            <a:br>
              <a:rPr lang="en-US" sz="1600" b="0" dirty="0">
                <a:latin typeface="Trebuchet MS" panose="020B0603020202020204" pitchFamily="34" charset="0"/>
                <a:ea typeface="Microsoft Himalaya" panose="01010100010101010101" pitchFamily="2" charset="0"/>
                <a:cs typeface="Microsoft Himalaya" panose="01010100010101010101" pitchFamily="2" charset="0"/>
              </a:rPr>
            </a:br>
            <a:r>
              <a:rPr lang="en-US" sz="1600" b="0" dirty="0" smtClean="0">
                <a:latin typeface="Trebuchet MS" panose="020B0603020202020204" pitchFamily="34" charset="0"/>
                <a:ea typeface="Microsoft Himalaya" panose="01010100010101010101" pitchFamily="2" charset="0"/>
                <a:cs typeface="Microsoft Himalaya" panose="01010100010101010101" pitchFamily="2" charset="0"/>
              </a:rPr>
              <a:t>		RAJAT </a:t>
            </a:r>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PATIDAR</a:t>
            </a:r>
            <a:br>
              <a:rPr lang="en-US" sz="1600" b="0" dirty="0">
                <a:latin typeface="Trebuchet MS" panose="020B0603020202020204" pitchFamily="34" charset="0"/>
                <a:ea typeface="Microsoft Himalaya" panose="01010100010101010101" pitchFamily="2" charset="0"/>
                <a:cs typeface="Microsoft Himalaya" panose="01010100010101010101" pitchFamily="2" charset="0"/>
              </a:rPr>
            </a:br>
            <a:r>
              <a:rPr lang="en-US" sz="1600" b="0" dirty="0" smtClean="0">
                <a:latin typeface="Trebuchet MS" panose="020B0603020202020204" pitchFamily="34" charset="0"/>
                <a:ea typeface="Microsoft Himalaya" panose="01010100010101010101" pitchFamily="2" charset="0"/>
                <a:cs typeface="Microsoft Himalaya" panose="01010100010101010101" pitchFamily="2" charset="0"/>
              </a:rPr>
              <a:t>		[</a:t>
            </a:r>
            <a:r>
              <a:rPr lang="en-US" sz="1600" b="0" dirty="0">
                <a:latin typeface="Trebuchet MS" panose="020B0603020202020204" pitchFamily="34" charset="0"/>
                <a:ea typeface="Microsoft Himalaya" panose="01010100010101010101" pitchFamily="2" charset="0"/>
                <a:cs typeface="Microsoft Himalaya" panose="01010100010101010101" pitchFamily="2" charset="0"/>
              </a:rPr>
              <a:t>EN17EL301109]</a:t>
            </a:r>
            <a:br>
              <a:rPr lang="en-US" sz="1600" b="0" dirty="0">
                <a:latin typeface="Trebuchet MS" panose="020B0603020202020204" pitchFamily="34" charset="0"/>
                <a:ea typeface="Microsoft Himalaya" panose="01010100010101010101" pitchFamily="2" charset="0"/>
                <a:cs typeface="Microsoft Himalaya" panose="01010100010101010101" pitchFamily="2" charset="0"/>
              </a:rPr>
            </a:br>
            <a:r>
              <a:rPr lang="en-US" sz="1600" b="0" dirty="0" smtClean="0">
                <a:latin typeface="Trebuchet MS" panose="020B0603020202020204" pitchFamily="34" charset="0"/>
                <a:ea typeface="Microsoft Himalaya" panose="01010100010101010101" pitchFamily="2" charset="0"/>
                <a:cs typeface="Microsoft Himalaya" panose="01010100010101010101" pitchFamily="2" charset="0"/>
              </a:rPr>
              <a:t> </a:t>
            </a:r>
            <a:endParaRPr lang="en-US" sz="1600" b="0" dirty="0">
              <a:latin typeface="Trebuchet MS" panose="020B0603020202020204" pitchFamily="34" charset="0"/>
              <a:ea typeface="Microsoft Himalaya" panose="01010100010101010101" pitchFamily="2" charset="0"/>
              <a:cs typeface="Microsoft Himalaya" panose="01010100010101010101" pitchFamily="2" charset="0"/>
            </a:endParaRPr>
          </a:p>
        </p:txBody>
      </p:sp>
      <p:sp>
        <p:nvSpPr>
          <p:cNvPr id="5" name="Text Placeholder 4">
            <a:extLst>
              <a:ext uri="{FF2B5EF4-FFF2-40B4-BE49-F238E27FC236}">
                <a16:creationId xmlns:a16="http://schemas.microsoft.com/office/drawing/2014/main" id="{F063A021-7C19-4C85-B48B-EFEA732C1906}"/>
              </a:ext>
            </a:extLst>
          </p:cNvPr>
          <p:cNvSpPr>
            <a:spLocks noGrp="1"/>
          </p:cNvSpPr>
          <p:nvPr>
            <p:ph type="body" idx="1"/>
          </p:nvPr>
        </p:nvSpPr>
        <p:spPr>
          <a:xfrm>
            <a:off x="6815066" y="2909023"/>
            <a:ext cx="4993758" cy="1210982"/>
          </a:xfrm>
        </p:spPr>
        <p:txBody>
          <a:bodyPr>
            <a:normAutofit fontScale="40000" lnSpcReduction="20000"/>
          </a:bodyPr>
          <a:lstStyle/>
          <a:p>
            <a:r>
              <a:rPr lang="en-IN" sz="3800" b="1" dirty="0">
                <a:latin typeface="Trebuchet MS" panose="020B0603020202020204" pitchFamily="34" charset="0"/>
              </a:rPr>
              <a:t>SUMBMITTED TO-</a:t>
            </a:r>
            <a:endParaRPr lang="en-US" sz="3800" b="1" dirty="0">
              <a:latin typeface="Trebuchet MS" panose="020B0603020202020204" pitchFamily="34" charset="0"/>
            </a:endParaRPr>
          </a:p>
          <a:p>
            <a:r>
              <a:rPr lang="en-IN" sz="3800" b="1" dirty="0" smtClean="0">
                <a:latin typeface="Trebuchet MS" panose="020B0603020202020204" pitchFamily="34" charset="0"/>
              </a:rPr>
              <a:t>Mr. </a:t>
            </a:r>
            <a:r>
              <a:rPr lang="en-IN" sz="3800" b="1" dirty="0">
                <a:latin typeface="Trebuchet MS" panose="020B0603020202020204" pitchFamily="34" charset="0"/>
              </a:rPr>
              <a:t>AMIT REGE</a:t>
            </a:r>
          </a:p>
          <a:p>
            <a:r>
              <a:rPr lang="en-IN" sz="3800" b="1" dirty="0">
                <a:latin typeface="Trebuchet MS" panose="020B0603020202020204" pitchFamily="34" charset="0"/>
              </a:rPr>
              <a:t>SR. ASSISTANT PROFESSOR</a:t>
            </a:r>
          </a:p>
          <a:p>
            <a:r>
              <a:rPr lang="en-IN" sz="3800" b="1" dirty="0">
                <a:latin typeface="Trebuchet MS" panose="020B0603020202020204" pitchFamily="34" charset="0"/>
              </a:rPr>
              <a:t>DIGITAL SIGNAL PROCESSING</a:t>
            </a:r>
            <a:endParaRPr lang="en-US" sz="3800" b="1" dirty="0">
              <a:latin typeface="Trebuchet MS" panose="020B0603020202020204" pitchFamily="34" charset="0"/>
            </a:endParaRPr>
          </a:p>
          <a:p>
            <a:endParaRPr lang="en-US" b="1" dirty="0"/>
          </a:p>
        </p:txBody>
      </p:sp>
    </p:spTree>
    <p:extLst>
      <p:ext uri="{BB962C8B-B14F-4D97-AF65-F5344CB8AC3E}">
        <p14:creationId xmlns:p14="http://schemas.microsoft.com/office/powerpoint/2010/main" val="42926613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BE11BF-33A5-4653-A144-CCCBACF58C30}"/>
              </a:ext>
            </a:extLst>
          </p:cNvPr>
          <p:cNvSpPr>
            <a:spLocks noGrp="1"/>
          </p:cNvSpPr>
          <p:nvPr>
            <p:ph type="title"/>
          </p:nvPr>
        </p:nvSpPr>
        <p:spPr>
          <a:xfrm>
            <a:off x="69823" y="66173"/>
            <a:ext cx="7342622" cy="1215566"/>
          </a:xfrm>
        </p:spPr>
        <p:txBody>
          <a:bodyPr/>
          <a:lstStyle/>
          <a:p>
            <a:r>
              <a:rPr lang="en-IN" dirty="0">
                <a:latin typeface="Trebuchet MS" panose="020B0603020202020204" pitchFamily="34" charset="0"/>
                <a:ea typeface="Times New Roman" panose="02020603050405020304" pitchFamily="18" charset="0"/>
                <a:cs typeface="Times New Roman" panose="02020603050405020304" pitchFamily="18" charset="0"/>
              </a:rPr>
              <a:t>Contents</a:t>
            </a:r>
            <a:endParaRPr lang="en-US" b="0" dirty="0">
              <a:latin typeface="Trebuchet MS" panose="020B0603020202020204" pitchFamily="34" charset="0"/>
            </a:endParaRPr>
          </a:p>
        </p:txBody>
      </p:sp>
      <p:sp>
        <p:nvSpPr>
          <p:cNvPr id="7" name="Content Placeholder 6">
            <a:extLst>
              <a:ext uri="{FF2B5EF4-FFF2-40B4-BE49-F238E27FC236}">
                <a16:creationId xmlns:a16="http://schemas.microsoft.com/office/drawing/2014/main" id="{2482DBEC-EE72-4155-ACC5-87E80C5606A9}"/>
              </a:ext>
            </a:extLst>
          </p:cNvPr>
          <p:cNvSpPr>
            <a:spLocks noGrp="1"/>
          </p:cNvSpPr>
          <p:nvPr>
            <p:ph idx="1"/>
          </p:nvPr>
        </p:nvSpPr>
        <p:spPr>
          <a:xfrm>
            <a:off x="338530" y="1956986"/>
            <a:ext cx="4942829" cy="2958275"/>
          </a:xfrm>
        </p:spPr>
        <p:txBody>
          <a:bodyPr>
            <a:noAutofit/>
          </a:bodyPr>
          <a:lstStyle/>
          <a:p>
            <a:pPr>
              <a:lnSpc>
                <a:spcPct val="107000"/>
              </a:lnSpc>
              <a:tabLst>
                <a:tab pos="457200" algn="l"/>
              </a:tabLst>
            </a:pPr>
            <a:r>
              <a:rPr lang="en-IN" sz="1800" b="1" dirty="0">
                <a:latin typeface="Trebuchet MS" panose="020B0603020202020204" pitchFamily="34" charset="0"/>
                <a:ea typeface="Times New Roman" panose="02020603050405020304" pitchFamily="18" charset="0"/>
                <a:cs typeface="Times New Roman" panose="02020603050405020304" pitchFamily="18" charset="0"/>
              </a:rPr>
              <a:t>Introduction </a:t>
            </a:r>
            <a:endParaRPr lang="en-US" sz="1800" b="1" dirty="0" smtClean="0">
              <a:latin typeface="Trebuchet MS" panose="020B0603020202020204" pitchFamily="34" charset="0"/>
              <a:ea typeface="Times New Roman" panose="02020603050405020304" pitchFamily="18" charset="0"/>
              <a:cs typeface="Times New Roman" panose="02020603050405020304" pitchFamily="18" charset="0"/>
            </a:endParaRPr>
          </a:p>
          <a:p>
            <a:pPr>
              <a:lnSpc>
                <a:spcPct val="107000"/>
              </a:lnSpc>
              <a:tabLst>
                <a:tab pos="457200" algn="l"/>
              </a:tabLst>
            </a:pPr>
            <a:r>
              <a:rPr lang="en-IN" sz="1800" b="1" dirty="0" smtClean="0">
                <a:latin typeface="Trebuchet MS" panose="020B0603020202020204" pitchFamily="34" charset="0"/>
                <a:ea typeface="Times New Roman" panose="02020603050405020304" pitchFamily="18" charset="0"/>
                <a:cs typeface="Times New Roman" panose="02020603050405020304" pitchFamily="18" charset="0"/>
              </a:rPr>
              <a:t>Relevant Theory</a:t>
            </a:r>
            <a:endParaRPr lang="en-US" sz="1800" b="1" dirty="0" smtClean="0">
              <a:latin typeface="Trebuchet MS" panose="020B0603020202020204" pitchFamily="34" charset="0"/>
              <a:ea typeface="Times New Roman" panose="02020603050405020304" pitchFamily="18" charset="0"/>
              <a:cs typeface="Times New Roman" panose="02020603050405020304" pitchFamily="18" charset="0"/>
            </a:endParaRPr>
          </a:p>
          <a:p>
            <a:pPr>
              <a:lnSpc>
                <a:spcPct val="107000"/>
              </a:lnSpc>
              <a:tabLst>
                <a:tab pos="457200" algn="l"/>
              </a:tabLst>
            </a:pPr>
            <a:r>
              <a:rPr lang="en-IN" sz="1800" b="1" dirty="0" smtClean="0">
                <a:latin typeface="Trebuchet MS" panose="020B0603020202020204" pitchFamily="34" charset="0"/>
                <a:ea typeface="Times New Roman" panose="02020603050405020304" pitchFamily="18" charset="0"/>
                <a:cs typeface="Times New Roman" panose="02020603050405020304" pitchFamily="18" charset="0"/>
              </a:rPr>
              <a:t>Objective</a:t>
            </a:r>
            <a:endParaRPr lang="en-US" sz="1800" b="1" dirty="0" smtClean="0">
              <a:latin typeface="Trebuchet MS" panose="020B0603020202020204" pitchFamily="34" charset="0"/>
              <a:ea typeface="Times New Roman" panose="02020603050405020304" pitchFamily="18" charset="0"/>
              <a:cs typeface="Times New Roman" panose="02020603050405020304" pitchFamily="18" charset="0"/>
            </a:endParaRPr>
          </a:p>
          <a:p>
            <a:pPr>
              <a:lnSpc>
                <a:spcPct val="107000"/>
              </a:lnSpc>
              <a:tabLst>
                <a:tab pos="457200" algn="l"/>
              </a:tabLst>
            </a:pPr>
            <a:r>
              <a:rPr lang="en-IN" sz="1800" b="1" dirty="0" smtClean="0">
                <a:latin typeface="Trebuchet MS" panose="020B0603020202020204" pitchFamily="34" charset="0"/>
                <a:ea typeface="Times New Roman" panose="02020603050405020304" pitchFamily="18" charset="0"/>
                <a:cs typeface="Times New Roman" panose="02020603050405020304" pitchFamily="18" charset="0"/>
              </a:rPr>
              <a:t>Methodology</a:t>
            </a:r>
            <a:endParaRPr lang="en-US" sz="1800" b="1" dirty="0" smtClean="0">
              <a:latin typeface="Trebuchet MS" panose="020B0603020202020204" pitchFamily="34" charset="0"/>
              <a:ea typeface="Times New Roman" panose="02020603050405020304" pitchFamily="18" charset="0"/>
              <a:cs typeface="Times New Roman" panose="02020603050405020304" pitchFamily="18" charset="0"/>
            </a:endParaRPr>
          </a:p>
          <a:p>
            <a:pPr>
              <a:lnSpc>
                <a:spcPct val="107000"/>
              </a:lnSpc>
              <a:tabLst>
                <a:tab pos="457200" algn="l"/>
              </a:tabLst>
            </a:pPr>
            <a:r>
              <a:rPr lang="en-IN" sz="1800" b="1" dirty="0" smtClean="0">
                <a:latin typeface="Trebuchet MS" panose="020B0603020202020204" pitchFamily="34" charset="0"/>
                <a:ea typeface="Times New Roman" panose="02020603050405020304" pitchFamily="18" charset="0"/>
                <a:cs typeface="Times New Roman" panose="02020603050405020304" pitchFamily="18" charset="0"/>
              </a:rPr>
              <a:t>Program code</a:t>
            </a:r>
            <a:endParaRPr lang="en-US" sz="1800" b="1" dirty="0" smtClean="0">
              <a:latin typeface="Trebuchet MS" panose="020B0603020202020204" pitchFamily="34" charset="0"/>
              <a:ea typeface="Times New Roman" panose="02020603050405020304" pitchFamily="18" charset="0"/>
              <a:cs typeface="Times New Roman" panose="02020603050405020304" pitchFamily="18" charset="0"/>
            </a:endParaRPr>
          </a:p>
          <a:p>
            <a:pPr>
              <a:lnSpc>
                <a:spcPct val="107000"/>
              </a:lnSpc>
              <a:tabLst>
                <a:tab pos="457200" algn="l"/>
              </a:tabLst>
            </a:pPr>
            <a:r>
              <a:rPr lang="en-IN" sz="1800" b="1" dirty="0" smtClean="0">
                <a:latin typeface="Trebuchet MS" panose="020B0603020202020204" pitchFamily="34" charset="0"/>
                <a:ea typeface="Times New Roman" panose="02020603050405020304" pitchFamily="18" charset="0"/>
                <a:cs typeface="Times New Roman" panose="02020603050405020304" pitchFamily="18" charset="0"/>
              </a:rPr>
              <a:t>Result</a:t>
            </a:r>
            <a:endParaRPr lang="en-US" sz="1800" b="1" dirty="0" smtClean="0">
              <a:latin typeface="Trebuchet MS" panose="020B0603020202020204" pitchFamily="34" charset="0"/>
              <a:ea typeface="Times New Roman" panose="02020603050405020304" pitchFamily="18" charset="0"/>
              <a:cs typeface="Times New Roman" panose="02020603050405020304" pitchFamily="18" charset="0"/>
            </a:endParaRPr>
          </a:p>
          <a:p>
            <a:pPr>
              <a:lnSpc>
                <a:spcPct val="107000"/>
              </a:lnSpc>
              <a:tabLst>
                <a:tab pos="457200" algn="l"/>
              </a:tabLst>
            </a:pPr>
            <a:r>
              <a:rPr lang="en-IN" sz="1800" b="1" dirty="0" smtClean="0">
                <a:latin typeface="Trebuchet MS" panose="020B0603020202020204" pitchFamily="34" charset="0"/>
                <a:ea typeface="Times New Roman" panose="02020603050405020304" pitchFamily="18" charset="0"/>
                <a:cs typeface="Times New Roman" panose="02020603050405020304" pitchFamily="18" charset="0"/>
              </a:rPr>
              <a:t>Conclusion</a:t>
            </a:r>
            <a:endParaRPr lang="en-US" sz="1800" b="1" dirty="0" smtClean="0">
              <a:latin typeface="Trebuchet MS" panose="020B0603020202020204" pitchFamily="34" charset="0"/>
              <a:ea typeface="Times New Roman" panose="02020603050405020304" pitchFamily="18" charset="0"/>
              <a:cs typeface="Times New Roman" panose="02020603050405020304" pitchFamily="18" charset="0"/>
            </a:endParaRPr>
          </a:p>
          <a:p>
            <a:pPr>
              <a:lnSpc>
                <a:spcPct val="107000"/>
              </a:lnSpc>
              <a:tabLst>
                <a:tab pos="457200" algn="l"/>
              </a:tabLst>
            </a:pPr>
            <a:r>
              <a:rPr lang="en-IN" sz="1800" b="1" dirty="0" smtClean="0">
                <a:latin typeface="Trebuchet MS" panose="020B0603020202020204" pitchFamily="34" charset="0"/>
                <a:ea typeface="Symbol" panose="05050102010706020507" pitchFamily="18" charset="2"/>
                <a:cs typeface="Times New Roman" panose="02020603050405020304" pitchFamily="18" charset="0"/>
              </a:rPr>
              <a:t>Bibliography</a:t>
            </a:r>
            <a:endParaRPr lang="en-US" sz="1800" b="1" dirty="0">
              <a:latin typeface="Trebuchet MS" panose="020B0603020202020204" pitchFamily="34" charset="0"/>
              <a:ea typeface="Times New Roman" panose="02020603050405020304" pitchFamily="18" charset="0"/>
              <a:cs typeface="Times New Roman" panose="02020603050405020304" pitchFamily="18" charset="0"/>
            </a:endParaRPr>
          </a:p>
          <a:p>
            <a:pPr lvl="0"/>
            <a:endParaRPr lang="en-US" sz="1800" b="1" dirty="0"/>
          </a:p>
        </p:txBody>
      </p:sp>
      <p:sp>
        <p:nvSpPr>
          <p:cNvPr id="11" name="Footer Placeholder 10">
            <a:extLst>
              <a:ext uri="{FF2B5EF4-FFF2-40B4-BE49-F238E27FC236}">
                <a16:creationId xmlns:a16="http://schemas.microsoft.com/office/drawing/2014/main" id="{47F4D2C2-B71A-4089-A3FE-603C32706CA6}"/>
              </a:ext>
            </a:extLst>
          </p:cNvPr>
          <p:cNvSpPr>
            <a:spLocks noGrp="1"/>
          </p:cNvSpPr>
          <p:nvPr>
            <p:ph type="ftr" sz="quarter" idx="14"/>
          </p:nvPr>
        </p:nvSpPr>
        <p:spPr/>
        <p:txBody>
          <a:bodyPr/>
          <a:lstStyle/>
          <a:p>
            <a:r>
              <a:rPr lang="en-US" dirty="0"/>
              <a:t>Add a footer</a:t>
            </a:r>
          </a:p>
        </p:txBody>
      </p:sp>
      <p:sp>
        <p:nvSpPr>
          <p:cNvPr id="12" name="Slide Number Placeholder 11">
            <a:extLst>
              <a:ext uri="{FF2B5EF4-FFF2-40B4-BE49-F238E27FC236}">
                <a16:creationId xmlns:a16="http://schemas.microsoft.com/office/drawing/2014/main" id="{FBA1BB58-7555-4382-B178-7ED04E137E77}"/>
              </a:ext>
            </a:extLst>
          </p:cNvPr>
          <p:cNvSpPr>
            <a:spLocks noGrp="1"/>
          </p:cNvSpPr>
          <p:nvPr>
            <p:ph type="sldNum" sz="quarter" idx="15"/>
          </p:nvPr>
        </p:nvSpPr>
        <p:spPr/>
        <p:txBody>
          <a:bodyPr/>
          <a:lstStyle/>
          <a:p>
            <a:fld id="{8699F50C-BE38-4BD0-BA84-9B090E1F2B9B}" type="slidenum">
              <a:rPr lang="en-US" smtClean="0"/>
              <a:pPr/>
              <a:t>3</a:t>
            </a:fld>
            <a:endParaRPr lang="en-US" dirty="0"/>
          </a:p>
        </p:txBody>
      </p:sp>
      <p:pic>
        <p:nvPicPr>
          <p:cNvPr id="6" name="Picture Placeholder 5"/>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9016" b="9016"/>
          <a:stretch>
            <a:fillRect/>
          </a:stretch>
        </p:blipFill>
        <p:spPr/>
      </p:pic>
    </p:spTree>
    <p:extLst>
      <p:ext uri="{BB962C8B-B14F-4D97-AF65-F5344CB8AC3E}">
        <p14:creationId xmlns:p14="http://schemas.microsoft.com/office/powerpoint/2010/main" val="9720055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3">
            <a:extLst>
              <a:ext uri="{FF2B5EF4-FFF2-40B4-BE49-F238E27FC236}">
                <a16:creationId xmlns:a16="http://schemas.microsoft.com/office/drawing/2014/main" id="{1ABD613F-111C-41D6-9F8E-8B2C42A5E047}"/>
              </a:ext>
            </a:extLst>
          </p:cNvPr>
          <p:cNvSpPr>
            <a:spLocks noGrp="1"/>
          </p:cNvSpPr>
          <p:nvPr>
            <p:ph type="title"/>
          </p:nvPr>
        </p:nvSpPr>
        <p:spPr>
          <a:xfrm>
            <a:off x="60960" y="-72634"/>
            <a:ext cx="7342622" cy="1215566"/>
          </a:xfrm>
        </p:spPr>
        <p:txBody>
          <a:bodyPr>
            <a:normAutofit/>
          </a:bodyPr>
          <a:lstStyle/>
          <a:p>
            <a:r>
              <a:rPr lang="en-IN" sz="3600" u="sng" dirty="0" smtClean="0">
                <a:latin typeface="Trebuchet MS" panose="020B0603020202020204" pitchFamily="34" charset="0"/>
                <a:ea typeface="Times New Roman" panose="02020603050405020304" pitchFamily="18" charset="0"/>
                <a:cs typeface="Times New Roman" panose="02020603050405020304" pitchFamily="18" charset="0"/>
              </a:rPr>
              <a:t>INTRODUCTION</a:t>
            </a:r>
            <a:endParaRPr lang="en-US" sz="3600" b="0" u="sng" dirty="0">
              <a:latin typeface="Trebuchet MS" panose="020B0603020202020204" pitchFamily="34" charset="0"/>
            </a:endParaRPr>
          </a:p>
        </p:txBody>
      </p:sp>
      <p:sp>
        <p:nvSpPr>
          <p:cNvPr id="43" name="Text Placeholder 8">
            <a:extLst>
              <a:ext uri="{FF2B5EF4-FFF2-40B4-BE49-F238E27FC236}">
                <a16:creationId xmlns:a16="http://schemas.microsoft.com/office/drawing/2014/main" id="{EA7C22CB-613A-4C0B-90B3-4A405F793D3C}"/>
              </a:ext>
            </a:extLst>
          </p:cNvPr>
          <p:cNvSpPr>
            <a:spLocks noGrp="1"/>
          </p:cNvSpPr>
          <p:nvPr>
            <p:ph type="body" sz="quarter" idx="13"/>
          </p:nvPr>
        </p:nvSpPr>
        <p:spPr>
          <a:xfrm>
            <a:off x="60961" y="1945169"/>
            <a:ext cx="7342621" cy="4089871"/>
          </a:xfrm>
        </p:spPr>
        <p:txBody>
          <a:bodyPr/>
          <a:lstStyle/>
          <a:p>
            <a:pPr marL="342900" indent="-342900">
              <a:buFont typeface="Arial" panose="020B0604020202020204" pitchFamily="34" charset="0"/>
              <a:buChar char="•"/>
            </a:pPr>
            <a:r>
              <a:rPr lang="en-IN" sz="2400" dirty="0">
                <a:latin typeface="Microsoft Himalaya" panose="01010100010101010101" pitchFamily="2" charset="0"/>
                <a:ea typeface="Microsoft Himalaya" panose="01010100010101010101" pitchFamily="2" charset="0"/>
                <a:cs typeface="Microsoft Himalaya" panose="01010100010101010101" pitchFamily="2" charset="0"/>
              </a:rPr>
              <a:t>In music, a note is the pitch and duration of a sound, and also its representation in musical notation (♪, ♩). A note can also represent a pitch class. Notes are the building blocks of much written music.</a:t>
            </a:r>
          </a:p>
          <a:p>
            <a:pPr marL="342900" indent="-342900">
              <a:buFont typeface="Arial" panose="020B0604020202020204" pitchFamily="34" charset="0"/>
              <a:buChar char="•"/>
            </a:pPr>
            <a:endParaRPr lang="en-IN" sz="2400" dirty="0">
              <a:latin typeface="Microsoft Himalaya" panose="01010100010101010101" pitchFamily="2" charset="0"/>
              <a:ea typeface="Microsoft Himalaya" panose="01010100010101010101" pitchFamily="2" charset="0"/>
              <a:cs typeface="Microsoft Himalaya" panose="01010100010101010101" pitchFamily="2" charset="0"/>
            </a:endParaRPr>
          </a:p>
          <a:p>
            <a:pPr marL="342900" indent="-342900">
              <a:buFont typeface="Arial" panose="020B0604020202020204" pitchFamily="34" charset="0"/>
              <a:buChar char="•"/>
            </a:pPr>
            <a:r>
              <a:rPr lang="en-IN" sz="2400" dirty="0">
                <a:latin typeface="Microsoft Himalaya" panose="01010100010101010101" pitchFamily="2" charset="0"/>
                <a:ea typeface="Microsoft Himalaya" panose="01010100010101010101" pitchFamily="2" charset="0"/>
                <a:cs typeface="Microsoft Himalaya" panose="01010100010101010101" pitchFamily="2" charset="0"/>
              </a:rPr>
              <a:t>A chord, in music, is any harmonic set of pitches consisting of multiple notes that are heard as if they were sounding simultaneously. A musical note refers to the pitch class set of C,C#,D,D#,E,F,F#,G,G#,A,A#,B and the intervals between the notes are known as half-note interval or semitone interval. Thus chords can be seen as musical features and they are the principal harmonic content that describes a musical piece.</a:t>
            </a:r>
            <a:endParaRPr lang="en-US" sz="2400" dirty="0">
              <a:latin typeface="Microsoft Himalaya" panose="01010100010101010101" pitchFamily="2" charset="0"/>
              <a:ea typeface="Microsoft Himalaya" panose="01010100010101010101" pitchFamily="2" charset="0"/>
              <a:cs typeface="Microsoft Himalaya" panose="01010100010101010101" pitchFamily="2" charset="0"/>
            </a:endParaRPr>
          </a:p>
          <a:p>
            <a:pPr marL="342900" indent="-342900">
              <a:buFont typeface="Arial" panose="020B0604020202020204" pitchFamily="34" charset="0"/>
              <a:buChar char="•"/>
            </a:pPr>
            <a:endParaRPr lang="en-US" sz="2400" dirty="0">
              <a:latin typeface="Microsoft Himalaya" panose="01010100010101010101" pitchFamily="2" charset="0"/>
              <a:ea typeface="Microsoft Himalaya" panose="01010100010101010101" pitchFamily="2" charset="0"/>
              <a:cs typeface="Microsoft Himalaya" panose="01010100010101010101" pitchFamily="2" charset="0"/>
            </a:endParaRPr>
          </a:p>
          <a:p>
            <a:pPr marL="342900" indent="-342900">
              <a:buFont typeface="Arial" panose="020B0604020202020204" pitchFamily="34" charset="0"/>
              <a:buChar char="•"/>
            </a:pPr>
            <a:endParaRPr lang="en-US" sz="24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10" name="Slide Number Placeholder 9">
            <a:extLst>
              <a:ext uri="{FF2B5EF4-FFF2-40B4-BE49-F238E27FC236}">
                <a16:creationId xmlns:a16="http://schemas.microsoft.com/office/drawing/2014/main" id="{A267D224-5586-43DC-82CA-8605E158298B}"/>
              </a:ext>
            </a:extLst>
          </p:cNvPr>
          <p:cNvSpPr>
            <a:spLocks noGrp="1"/>
          </p:cNvSpPr>
          <p:nvPr>
            <p:ph type="sldNum" sz="quarter" idx="16"/>
          </p:nvPr>
        </p:nvSpPr>
        <p:spPr/>
        <p:txBody>
          <a:bodyPr/>
          <a:lstStyle/>
          <a:p>
            <a:fld id="{8699F50C-BE38-4BD0-BA84-9B090E1F2B9B}" type="slidenum">
              <a:rPr lang="en-US" smtClean="0"/>
              <a:pPr/>
              <a:t>4</a:t>
            </a:fld>
            <a:endParaRPr lang="en-US" dirty="0"/>
          </a:p>
        </p:txBody>
      </p:sp>
      <p:pic>
        <p:nvPicPr>
          <p:cNvPr id="6" name="Picture Placeholder 5"/>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31664" b="31664"/>
          <a:stretch>
            <a:fillRect/>
          </a:stretch>
        </p:blipFill>
        <p:spPr>
          <a:xfrm>
            <a:off x="6383383" y="1627100"/>
            <a:ext cx="5808615" cy="5230899"/>
          </a:xfrm>
        </p:spPr>
      </p:pic>
    </p:spTree>
    <p:extLst>
      <p:ext uri="{BB962C8B-B14F-4D97-AF65-F5344CB8AC3E}">
        <p14:creationId xmlns:p14="http://schemas.microsoft.com/office/powerpoint/2010/main" val="32054666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0" y="144615"/>
            <a:ext cx="8333222" cy="1147969"/>
          </a:xfrm>
        </p:spPr>
        <p:txBody>
          <a:bodyPr anchor="t">
            <a:normAutofit/>
          </a:bodyPr>
          <a:lstStyle/>
          <a:p>
            <a:r>
              <a:rPr lang="en-IN" sz="3600" u="sng" dirty="0">
                <a:latin typeface="Trebuchet MS" panose="020B0603020202020204" pitchFamily="34" charset="0"/>
              </a:rPr>
              <a:t>RELEVANT THEORY</a:t>
            </a:r>
            <a:endParaRPr lang="en-US" sz="3600" u="sng" dirty="0">
              <a:latin typeface="Trebuchet MS" panose="020B0603020202020204" pitchFamily="34" charset="0"/>
            </a:endParaRPr>
          </a:p>
        </p:txBody>
      </p:sp>
      <p:sp>
        <p:nvSpPr>
          <p:cNvPr id="19" name="Text Placeholder 18">
            <a:extLst>
              <a:ext uri="{FF2B5EF4-FFF2-40B4-BE49-F238E27FC236}">
                <a16:creationId xmlns:a16="http://schemas.microsoft.com/office/drawing/2014/main" id="{DFE11F38-F66B-4F95-8224-6CCA69D57617}"/>
              </a:ext>
            </a:extLst>
          </p:cNvPr>
          <p:cNvSpPr>
            <a:spLocks noGrp="1"/>
          </p:cNvSpPr>
          <p:nvPr>
            <p:ph type="body" sz="quarter" idx="16"/>
          </p:nvPr>
        </p:nvSpPr>
        <p:spPr>
          <a:xfrm>
            <a:off x="338530" y="1404119"/>
            <a:ext cx="7368596" cy="608895"/>
          </a:xfrm>
        </p:spPr>
        <p:txBody>
          <a:bodyPr/>
          <a:lstStyle/>
          <a:p>
            <a:r>
              <a:rPr lang="en-US" sz="2800" b="1" dirty="0" smtClean="0"/>
              <a:t>FOURIER TRASNFORM</a:t>
            </a:r>
            <a:endParaRPr lang="en-US" sz="2800" b="1" dirty="0"/>
          </a:p>
        </p:txBody>
      </p:sp>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173066" y="2124549"/>
            <a:ext cx="8761927" cy="3897196"/>
          </a:xfrm>
        </p:spPr>
        <p:txBody>
          <a:bodyPr>
            <a:noAutofit/>
          </a:bodyPr>
          <a:lstStyle/>
          <a:p>
            <a:pPr>
              <a:buClr>
                <a:schemeClr val="accent2"/>
              </a:buClr>
            </a:pPr>
            <a:r>
              <a:rPr lang="en-IN" sz="3200" dirty="0">
                <a:latin typeface="Microsoft Himalaya" panose="01010100010101010101" pitchFamily="2" charset="0"/>
                <a:ea typeface="Microsoft Himalaya" panose="01010100010101010101" pitchFamily="2" charset="0"/>
                <a:cs typeface="Microsoft Himalaya" panose="01010100010101010101" pitchFamily="2" charset="0"/>
              </a:rPr>
              <a:t>The Fourier transform (FT) decomposes a function of time (a signal) into its constituent frequencies. This is similar to the way a musical chord can be expressed in terms of the volumes and frequencies of its constituent notes. </a:t>
            </a:r>
            <a:endParaRPr lang="en-IN" sz="3200" dirty="0" smtClean="0">
              <a:latin typeface="Microsoft Himalaya" panose="01010100010101010101" pitchFamily="2" charset="0"/>
              <a:ea typeface="Microsoft Himalaya" panose="01010100010101010101" pitchFamily="2" charset="0"/>
              <a:cs typeface="Microsoft Himalaya" panose="01010100010101010101" pitchFamily="2" charset="0"/>
            </a:endParaRPr>
          </a:p>
          <a:p>
            <a:pPr>
              <a:buClr>
                <a:schemeClr val="accent2"/>
              </a:buClr>
            </a:pPr>
            <a:r>
              <a:rPr lang="en-IN" sz="3200" dirty="0" smtClean="0">
                <a:latin typeface="Microsoft Himalaya" panose="01010100010101010101" pitchFamily="2" charset="0"/>
                <a:ea typeface="Microsoft Himalaya" panose="01010100010101010101" pitchFamily="2" charset="0"/>
                <a:cs typeface="Microsoft Himalaya" panose="01010100010101010101" pitchFamily="2" charset="0"/>
              </a:rPr>
              <a:t>The </a:t>
            </a:r>
            <a:r>
              <a:rPr lang="en-IN" sz="3200" dirty="0">
                <a:latin typeface="Microsoft Himalaya" panose="01010100010101010101" pitchFamily="2" charset="0"/>
                <a:ea typeface="Microsoft Himalaya" panose="01010100010101010101" pitchFamily="2" charset="0"/>
                <a:cs typeface="Microsoft Himalaya" panose="01010100010101010101" pitchFamily="2" charset="0"/>
              </a:rPr>
              <a:t>term Fourier transform refers to both the frequency domain representation and the mathematical operation that associates the frequency domain representation to a function of time. The Fourier Transform gives us a unique and powerful way of viewing these waveforms. The Fourier transform is important in mathematics, engineering, and the physical sciences.</a:t>
            </a: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a:p>
            <a:pPr>
              <a:buClr>
                <a:schemeClr val="accent2"/>
              </a:buClr>
            </a:pPr>
            <a:endParaRPr lang="en-US" sz="32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20" name="Footer Placeholder 4">
            <a:extLst>
              <a:ext uri="{FF2B5EF4-FFF2-40B4-BE49-F238E27FC236}">
                <a16:creationId xmlns:a16="http://schemas.microsoft.com/office/drawing/2014/main" id="{391D3201-20F9-4DD7-B4EB-F41AF17CA428}"/>
              </a:ext>
            </a:extLst>
          </p:cNvPr>
          <p:cNvSpPr>
            <a:spLocks noGrp="1"/>
          </p:cNvSpPr>
          <p:nvPr>
            <p:ph type="ftr" sz="quarter" idx="17"/>
          </p:nvPr>
        </p:nvSpPr>
        <p:spPr/>
        <p:txBody>
          <a:bodyPr/>
          <a:lstStyle>
            <a:lvl1pPr algn="r">
              <a:defRPr sz="1200">
                <a:solidFill>
                  <a:schemeClr val="tx1">
                    <a:lumMod val="50000"/>
                    <a:lumOff val="50000"/>
                  </a:schemeClr>
                </a:solidFill>
              </a:defRPr>
            </a:lvl1pPr>
          </a:lstStyle>
          <a:p>
            <a:pPr algn="l"/>
            <a:r>
              <a:rPr lang="en-US" dirty="0"/>
              <a:t>Add a footer</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1200">
                <a:solidFill>
                  <a:schemeClr val="tx1">
                    <a:lumMod val="50000"/>
                    <a:lumOff val="50000"/>
                  </a:schemeClr>
                </a:solidFill>
              </a:defRPr>
            </a:lvl1pPr>
          </a:lstStyle>
          <a:p>
            <a:fld id="{8699F50C-BE38-4BD0-BA84-9B090E1F2B9B}" type="slidenum">
              <a:rPr lang="en-US" smtClean="0"/>
              <a:pPr/>
              <a:t>5</a:t>
            </a:fld>
            <a:endParaRPr lang="en-US" dirty="0"/>
          </a:p>
        </p:txBody>
      </p:sp>
    </p:spTree>
    <p:extLst>
      <p:ext uri="{BB962C8B-B14F-4D97-AF65-F5344CB8AC3E}">
        <p14:creationId xmlns:p14="http://schemas.microsoft.com/office/powerpoint/2010/main" val="38915161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72366" y="112523"/>
            <a:ext cx="8333222" cy="665713"/>
          </a:xfrm>
        </p:spPr>
        <p:txBody>
          <a:bodyPr anchor="t">
            <a:normAutofit/>
          </a:bodyPr>
          <a:lstStyle/>
          <a:p>
            <a:r>
              <a:rPr lang="en-IN" sz="3600" u="sng" dirty="0" smtClean="0">
                <a:latin typeface="Trebuchet MS" panose="020B0603020202020204" pitchFamily="34" charset="0"/>
              </a:rPr>
              <a:t>RELEVANT </a:t>
            </a:r>
            <a:r>
              <a:rPr lang="en-IN" sz="3600" u="sng" dirty="0">
                <a:latin typeface="Trebuchet MS" panose="020B0603020202020204" pitchFamily="34" charset="0"/>
              </a:rPr>
              <a:t>THEORY</a:t>
            </a:r>
            <a:endParaRPr lang="en-US" sz="3600" u="sng" dirty="0">
              <a:latin typeface="Trebuchet MS" panose="020B0603020202020204" pitchFamily="34" charset="0"/>
            </a:endParaRPr>
          </a:p>
        </p:txBody>
      </p:sp>
      <p:sp>
        <p:nvSpPr>
          <p:cNvPr id="19" name="Text Placeholder 18">
            <a:extLst>
              <a:ext uri="{FF2B5EF4-FFF2-40B4-BE49-F238E27FC236}">
                <a16:creationId xmlns:a16="http://schemas.microsoft.com/office/drawing/2014/main" id="{DFE11F38-F66B-4F95-8224-6CCA69D57617}"/>
              </a:ext>
            </a:extLst>
          </p:cNvPr>
          <p:cNvSpPr>
            <a:spLocks noGrp="1"/>
          </p:cNvSpPr>
          <p:nvPr>
            <p:ph type="body" sz="quarter" idx="16"/>
          </p:nvPr>
        </p:nvSpPr>
        <p:spPr>
          <a:xfrm>
            <a:off x="338530" y="1084432"/>
            <a:ext cx="7368596" cy="608895"/>
          </a:xfrm>
        </p:spPr>
        <p:txBody>
          <a:bodyPr/>
          <a:lstStyle/>
          <a:p>
            <a:r>
              <a:rPr lang="en-IN" sz="2800" b="1" dirty="0">
                <a:latin typeface="Trebuchet MS" panose="020B0603020202020204" pitchFamily="34" charset="0"/>
              </a:rPr>
              <a:t>Discrete Fourier Transform</a:t>
            </a:r>
            <a:r>
              <a:rPr lang="en-US" sz="2800" dirty="0">
                <a:latin typeface="Trebuchet MS" panose="020B0603020202020204" pitchFamily="34" charset="0"/>
              </a:rPr>
              <a:t/>
            </a:r>
            <a:br>
              <a:rPr lang="en-US" sz="2800" dirty="0">
                <a:latin typeface="Trebuchet MS" panose="020B0603020202020204" pitchFamily="34" charset="0"/>
              </a:rPr>
            </a:br>
            <a:endParaRPr lang="en-US" sz="2800" b="1" dirty="0">
              <a:latin typeface="Trebuchet MS" panose="020B0603020202020204" pitchFamily="34" charset="0"/>
            </a:endParaRPr>
          </a:p>
        </p:txBody>
      </p:sp>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2366" y="1820102"/>
            <a:ext cx="8761927" cy="3897196"/>
          </a:xfrm>
        </p:spPr>
        <p:txBody>
          <a:bodyPr>
            <a:normAutofit/>
          </a:bodyPr>
          <a:lstStyle/>
          <a:p>
            <a:r>
              <a:rPr lang="en-IN" sz="2800" dirty="0">
                <a:latin typeface="Microsoft Himalaya" panose="01010100010101010101" pitchFamily="2" charset="0"/>
                <a:ea typeface="Microsoft Himalaya" panose="01010100010101010101" pitchFamily="2" charset="0"/>
                <a:cs typeface="Microsoft Himalaya" panose="01010100010101010101" pitchFamily="2" charset="0"/>
              </a:rPr>
              <a:t>The continuous Fourier transform converts a time-domain signal of infinite duration into a continuous spectrum composed of an infinite number of sinusoids.  In astronomical observations we deal with signals that are discretely sampled, usually at constant intervals, and of finite duration or periodic.  For such data, only a finite number of sinusoids is needed and the </a:t>
            </a:r>
            <a:r>
              <a:rPr lang="en-IN" sz="2800" i="1" dirty="0" smtClean="0">
                <a:latin typeface="Microsoft Himalaya" panose="01010100010101010101" pitchFamily="2" charset="0"/>
                <a:ea typeface="Microsoft Himalaya" panose="01010100010101010101" pitchFamily="2" charset="0"/>
                <a:cs typeface="Microsoft Himalaya" panose="01010100010101010101" pitchFamily="2" charset="0"/>
              </a:rPr>
              <a:t>Discrete </a:t>
            </a:r>
            <a:r>
              <a:rPr lang="en-IN" sz="2800" i="1" dirty="0">
                <a:latin typeface="Microsoft Himalaya" panose="01010100010101010101" pitchFamily="2" charset="0"/>
                <a:ea typeface="Microsoft Himalaya" panose="01010100010101010101" pitchFamily="2" charset="0"/>
                <a:cs typeface="Microsoft Himalaya" panose="01010100010101010101" pitchFamily="2" charset="0"/>
              </a:rPr>
              <a:t>Fourier </a:t>
            </a:r>
            <a:r>
              <a:rPr lang="en-IN" sz="2800" i="1" dirty="0" smtClean="0">
                <a:latin typeface="Microsoft Himalaya" panose="01010100010101010101" pitchFamily="2" charset="0"/>
                <a:ea typeface="Microsoft Himalaya" panose="01010100010101010101" pitchFamily="2" charset="0"/>
                <a:cs typeface="Microsoft Himalaya" panose="01010100010101010101" pitchFamily="2" charset="0"/>
              </a:rPr>
              <a:t>Transform</a:t>
            </a:r>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 </a:t>
            </a:r>
            <a:r>
              <a:rPr lang="en-IN" sz="2800" dirty="0">
                <a:latin typeface="Microsoft Himalaya" panose="01010100010101010101" pitchFamily="2" charset="0"/>
                <a:ea typeface="Microsoft Himalaya" panose="01010100010101010101" pitchFamily="2" charset="0"/>
                <a:cs typeface="Microsoft Himalaya" panose="01010100010101010101" pitchFamily="2" charset="0"/>
              </a:rPr>
              <a:t>is appropriate. The DFT of </a:t>
            </a:r>
            <a:r>
              <a:rPr lang="en-IN" sz="2800" i="1" dirty="0">
                <a:latin typeface="Microsoft Himalaya" panose="01010100010101010101" pitchFamily="2" charset="0"/>
                <a:ea typeface="Microsoft Himalaya" panose="01010100010101010101" pitchFamily="2" charset="0"/>
                <a:cs typeface="Microsoft Himalaya" panose="01010100010101010101" pitchFamily="2" charset="0"/>
              </a:rPr>
              <a:t>N</a:t>
            </a:r>
            <a:r>
              <a:rPr lang="en-IN" sz="2800" dirty="0">
                <a:latin typeface="Microsoft Himalaya" panose="01010100010101010101" pitchFamily="2" charset="0"/>
                <a:ea typeface="Microsoft Himalaya" panose="01010100010101010101" pitchFamily="2" charset="0"/>
                <a:cs typeface="Microsoft Himalaya" panose="01010100010101010101" pitchFamily="2" charset="0"/>
              </a:rPr>
              <a:t> uniformly sampled data points </a:t>
            </a:r>
            <a:r>
              <a:rPr lang="en-IN" sz="2800" dirty="0" err="1">
                <a:latin typeface="Microsoft Himalaya" panose="01010100010101010101" pitchFamily="2" charset="0"/>
                <a:ea typeface="Microsoft Himalaya" panose="01010100010101010101" pitchFamily="2" charset="0"/>
                <a:cs typeface="Microsoft Himalaya" panose="01010100010101010101" pitchFamily="2" charset="0"/>
              </a:rPr>
              <a:t>xj</a:t>
            </a:r>
            <a:r>
              <a:rPr lang="en-IN" sz="2800" dirty="0">
                <a:latin typeface="Microsoft Himalaya" panose="01010100010101010101" pitchFamily="2" charset="0"/>
                <a:ea typeface="Microsoft Himalaya" panose="01010100010101010101" pitchFamily="2" charset="0"/>
                <a:cs typeface="Microsoft Himalaya" panose="01010100010101010101" pitchFamily="2" charset="0"/>
              </a:rPr>
              <a:t> (where j=0,……,N-1 )</a:t>
            </a:r>
            <a:endParaRPr lang="en-US" sz="2800" i="1"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20" name="Footer Placeholder 4">
            <a:extLst>
              <a:ext uri="{FF2B5EF4-FFF2-40B4-BE49-F238E27FC236}">
                <a16:creationId xmlns:a16="http://schemas.microsoft.com/office/drawing/2014/main" id="{391D3201-20F9-4DD7-B4EB-F41AF17CA428}"/>
              </a:ext>
            </a:extLst>
          </p:cNvPr>
          <p:cNvSpPr>
            <a:spLocks noGrp="1"/>
          </p:cNvSpPr>
          <p:nvPr>
            <p:ph type="ftr" sz="quarter" idx="17"/>
          </p:nvPr>
        </p:nvSpPr>
        <p:spPr/>
        <p:txBody>
          <a:bodyPr/>
          <a:lstStyle>
            <a:lvl1pPr algn="r">
              <a:defRPr sz="1200">
                <a:solidFill>
                  <a:schemeClr val="tx1">
                    <a:lumMod val="50000"/>
                    <a:lumOff val="50000"/>
                  </a:schemeClr>
                </a:solidFill>
              </a:defRPr>
            </a:lvl1pPr>
          </a:lstStyle>
          <a:p>
            <a:pPr algn="l"/>
            <a:r>
              <a:rPr lang="en-US" dirty="0"/>
              <a:t>Add a footer</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1200">
                <a:solidFill>
                  <a:schemeClr val="tx1">
                    <a:lumMod val="50000"/>
                    <a:lumOff val="50000"/>
                  </a:schemeClr>
                </a:solidFill>
              </a:defRPr>
            </a:lvl1pPr>
          </a:lstStyle>
          <a:p>
            <a:fld id="{8699F50C-BE38-4BD0-BA84-9B090E1F2B9B}" type="slidenum">
              <a:rPr lang="en-US" smtClean="0"/>
              <a:pPr/>
              <a:t>6</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7187" y="4650314"/>
            <a:ext cx="5600652" cy="1789796"/>
          </a:xfrm>
          <a:prstGeom prst="rect">
            <a:avLst/>
          </a:prstGeom>
        </p:spPr>
      </p:pic>
    </p:spTree>
    <p:extLst>
      <p:ext uri="{BB962C8B-B14F-4D97-AF65-F5344CB8AC3E}">
        <p14:creationId xmlns:p14="http://schemas.microsoft.com/office/powerpoint/2010/main" val="17384094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200297" y="144615"/>
            <a:ext cx="8333222" cy="1147969"/>
          </a:xfrm>
        </p:spPr>
        <p:txBody>
          <a:bodyPr anchor="t">
            <a:normAutofit/>
          </a:bodyPr>
          <a:lstStyle/>
          <a:p>
            <a:r>
              <a:rPr lang="en-IN" sz="3600" u="sng" dirty="0">
                <a:latin typeface="Trebuchet MS" panose="020B0603020202020204" pitchFamily="34" charset="0"/>
              </a:rPr>
              <a:t>RELEVANT THEORY</a:t>
            </a:r>
            <a:endParaRPr lang="en-US" sz="3600" u="sng" dirty="0">
              <a:latin typeface="Trebuchet MS" panose="020B0603020202020204" pitchFamily="34" charset="0"/>
            </a:endParaRPr>
          </a:p>
        </p:txBody>
      </p:sp>
      <p:sp>
        <p:nvSpPr>
          <p:cNvPr id="19" name="Text Placeholder 18">
            <a:extLst>
              <a:ext uri="{FF2B5EF4-FFF2-40B4-BE49-F238E27FC236}">
                <a16:creationId xmlns:a16="http://schemas.microsoft.com/office/drawing/2014/main" id="{DFE11F38-F66B-4F95-8224-6CCA69D57617}"/>
              </a:ext>
            </a:extLst>
          </p:cNvPr>
          <p:cNvSpPr>
            <a:spLocks noGrp="1"/>
          </p:cNvSpPr>
          <p:nvPr>
            <p:ph type="body" sz="quarter" idx="16"/>
          </p:nvPr>
        </p:nvSpPr>
        <p:spPr>
          <a:xfrm>
            <a:off x="338530" y="1292584"/>
            <a:ext cx="7368596" cy="608895"/>
          </a:xfrm>
        </p:spPr>
        <p:txBody>
          <a:bodyPr/>
          <a:lstStyle/>
          <a:p>
            <a:r>
              <a:rPr lang="en-IN" sz="2800" b="1" dirty="0" smtClean="0">
                <a:latin typeface="Trebuchet MS" panose="020B0603020202020204" pitchFamily="34" charset="0"/>
              </a:rPr>
              <a:t>Fast </a:t>
            </a:r>
            <a:r>
              <a:rPr lang="en-IN" sz="2800" b="1" dirty="0">
                <a:latin typeface="Trebuchet MS" panose="020B0603020202020204" pitchFamily="34" charset="0"/>
              </a:rPr>
              <a:t>Fourier Transform</a:t>
            </a:r>
            <a:r>
              <a:rPr lang="en-US" sz="2800" dirty="0">
                <a:latin typeface="Trebuchet MS" panose="020B0603020202020204" pitchFamily="34" charset="0"/>
              </a:rPr>
              <a:t/>
            </a:r>
            <a:br>
              <a:rPr lang="en-US" sz="2800" dirty="0">
                <a:latin typeface="Trebuchet MS" panose="020B0603020202020204" pitchFamily="34" charset="0"/>
              </a:rPr>
            </a:br>
            <a:endParaRPr lang="en-US" sz="2800" b="1" dirty="0">
              <a:latin typeface="Trebuchet MS" panose="020B0603020202020204" pitchFamily="34" charset="0"/>
            </a:endParaRPr>
          </a:p>
        </p:txBody>
      </p:sp>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338530" y="2200906"/>
            <a:ext cx="8761927" cy="3897196"/>
          </a:xfrm>
        </p:spPr>
        <p:txBody>
          <a:bodyPr>
            <a:normAutofit/>
          </a:bodyPr>
          <a:lstStyle/>
          <a:p>
            <a:r>
              <a:rPr lang="en-IN" sz="3200" dirty="0">
                <a:latin typeface="Microsoft Himalaya" panose="01010100010101010101" pitchFamily="2" charset="0"/>
                <a:ea typeface="Microsoft Himalaya" panose="01010100010101010101" pitchFamily="2" charset="0"/>
                <a:cs typeface="Microsoft Himalaya" panose="01010100010101010101" pitchFamily="2" charset="0"/>
              </a:rPr>
              <a:t>A </a:t>
            </a:r>
            <a:r>
              <a:rPr lang="en-IN" sz="3200" dirty="0" smtClean="0">
                <a:latin typeface="Microsoft Himalaya" panose="01010100010101010101" pitchFamily="2" charset="0"/>
                <a:ea typeface="Microsoft Himalaya" panose="01010100010101010101" pitchFamily="2" charset="0"/>
                <a:cs typeface="Microsoft Himalaya" panose="01010100010101010101" pitchFamily="2" charset="0"/>
              </a:rPr>
              <a:t>Fast </a:t>
            </a:r>
            <a:r>
              <a:rPr lang="en-IN" sz="3200" dirty="0">
                <a:latin typeface="Microsoft Himalaya" panose="01010100010101010101" pitchFamily="2" charset="0"/>
                <a:ea typeface="Microsoft Himalaya" panose="01010100010101010101" pitchFamily="2" charset="0"/>
                <a:cs typeface="Microsoft Himalaya" panose="01010100010101010101" pitchFamily="2" charset="0"/>
              </a:rPr>
              <a:t>Fourier transform (FFT) is an algorithm that computes the </a:t>
            </a:r>
            <a:r>
              <a:rPr lang="en-IN" sz="3200" dirty="0" smtClean="0">
                <a:latin typeface="Microsoft Himalaya" panose="01010100010101010101" pitchFamily="2" charset="0"/>
                <a:ea typeface="Microsoft Himalaya" panose="01010100010101010101" pitchFamily="2" charset="0"/>
                <a:cs typeface="Microsoft Himalaya" panose="01010100010101010101" pitchFamily="2" charset="0"/>
              </a:rPr>
              <a:t>Discrete </a:t>
            </a:r>
            <a:r>
              <a:rPr lang="en-IN" sz="3200" dirty="0">
                <a:latin typeface="Microsoft Himalaya" panose="01010100010101010101" pitchFamily="2" charset="0"/>
                <a:ea typeface="Microsoft Himalaya" panose="01010100010101010101" pitchFamily="2" charset="0"/>
                <a:cs typeface="Microsoft Himalaya" panose="01010100010101010101" pitchFamily="2" charset="0"/>
              </a:rPr>
              <a:t>Fourier transform (DFT) of a sequence, or its inverse (IDFT). </a:t>
            </a:r>
          </a:p>
          <a:p>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It is highly elegant and efficient algorithm, which is still one of the most used algorithms in speech processing, communication, frequency estimation, </a:t>
            </a:r>
            <a:r>
              <a:rPr lang="en-US" sz="3200" dirty="0" smtClean="0">
                <a:latin typeface="Microsoft Himalaya" panose="01010100010101010101" pitchFamily="2" charset="0"/>
                <a:ea typeface="Microsoft Himalaya" panose="01010100010101010101" pitchFamily="2" charset="0"/>
                <a:cs typeface="Microsoft Himalaya" panose="01010100010101010101" pitchFamily="2" charset="0"/>
              </a:rPr>
              <a:t>etc.   one </a:t>
            </a:r>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of the most highly developed are of DSP.</a:t>
            </a:r>
          </a:p>
          <a:p>
            <a:r>
              <a:rPr lang="en-US" sz="3200" dirty="0">
                <a:latin typeface="Microsoft Himalaya" panose="01010100010101010101" pitchFamily="2" charset="0"/>
                <a:ea typeface="Microsoft Himalaya" panose="01010100010101010101" pitchFamily="2" charset="0"/>
                <a:cs typeface="Microsoft Himalaya" panose="01010100010101010101" pitchFamily="2" charset="0"/>
              </a:rPr>
              <a:t>They are just computational schemes for computing the DFT</a:t>
            </a:r>
          </a:p>
        </p:txBody>
      </p:sp>
      <p:sp>
        <p:nvSpPr>
          <p:cNvPr id="20" name="Footer Placeholder 4">
            <a:extLst>
              <a:ext uri="{FF2B5EF4-FFF2-40B4-BE49-F238E27FC236}">
                <a16:creationId xmlns:a16="http://schemas.microsoft.com/office/drawing/2014/main" id="{391D3201-20F9-4DD7-B4EB-F41AF17CA428}"/>
              </a:ext>
            </a:extLst>
          </p:cNvPr>
          <p:cNvSpPr>
            <a:spLocks noGrp="1"/>
          </p:cNvSpPr>
          <p:nvPr>
            <p:ph type="ftr" sz="quarter" idx="17"/>
          </p:nvPr>
        </p:nvSpPr>
        <p:spPr/>
        <p:txBody>
          <a:bodyPr/>
          <a:lstStyle>
            <a:lvl1pPr algn="r">
              <a:defRPr sz="1200">
                <a:solidFill>
                  <a:schemeClr val="tx1">
                    <a:lumMod val="50000"/>
                    <a:lumOff val="50000"/>
                  </a:schemeClr>
                </a:solidFill>
              </a:defRPr>
            </a:lvl1pPr>
          </a:lstStyle>
          <a:p>
            <a:pPr algn="l"/>
            <a:r>
              <a:rPr lang="en-US" dirty="0"/>
              <a:t>Add a footer</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1200">
                <a:solidFill>
                  <a:schemeClr val="tx1">
                    <a:lumMod val="50000"/>
                    <a:lumOff val="50000"/>
                  </a:schemeClr>
                </a:solidFill>
              </a:defRPr>
            </a:lvl1pPr>
          </a:lstStyle>
          <a:p>
            <a:fld id="{8699F50C-BE38-4BD0-BA84-9B090E1F2B9B}" type="slidenum">
              <a:rPr lang="en-US" smtClean="0"/>
              <a:pPr/>
              <a:t>7</a:t>
            </a:fld>
            <a:endParaRPr lang="en-US" dirty="0"/>
          </a:p>
        </p:txBody>
      </p:sp>
    </p:spTree>
    <p:extLst>
      <p:ext uri="{BB962C8B-B14F-4D97-AF65-F5344CB8AC3E}">
        <p14:creationId xmlns:p14="http://schemas.microsoft.com/office/powerpoint/2010/main" val="42170272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8">
            <a:extLst>
              <a:ext uri="{FF2B5EF4-FFF2-40B4-BE49-F238E27FC236}">
                <a16:creationId xmlns:a16="http://schemas.microsoft.com/office/drawing/2014/main" id="{D7CE36F2-C321-46C5-AFD9-00917224D390}"/>
              </a:ext>
            </a:extLst>
          </p:cNvPr>
          <p:cNvSpPr>
            <a:spLocks noGrp="1"/>
          </p:cNvSpPr>
          <p:nvPr>
            <p:ph type="body" sz="quarter" idx="16"/>
          </p:nvPr>
        </p:nvSpPr>
        <p:spPr>
          <a:xfrm>
            <a:off x="1" y="123353"/>
            <a:ext cx="7368596" cy="608895"/>
          </a:xfrm>
        </p:spPr>
        <p:txBody>
          <a:bodyPr/>
          <a:lstStyle/>
          <a:p>
            <a:r>
              <a:rPr lang="en-US" sz="2800" dirty="0" smtClean="0">
                <a:latin typeface="Trebuchet MS" panose="020B0603020202020204" pitchFamily="34" charset="0"/>
              </a:rPr>
              <a:t>Fast Fourier Transform in MATLAB-</a:t>
            </a:r>
            <a:endParaRPr lang="en-US" sz="2800" dirty="0">
              <a:latin typeface="Trebuchet MS" panose="020B0603020202020204" pitchFamily="34" charset="0"/>
            </a:endParaRPr>
          </a:p>
        </p:txBody>
      </p:sp>
      <p:sp>
        <p:nvSpPr>
          <p:cNvPr id="33" name="Text Placeholder 32">
            <a:extLst>
              <a:ext uri="{FF2B5EF4-FFF2-40B4-BE49-F238E27FC236}">
                <a16:creationId xmlns:a16="http://schemas.microsoft.com/office/drawing/2014/main" id="{7CFD0302-279C-8A48-9E27-AD5B08D6501E}"/>
              </a:ext>
            </a:extLst>
          </p:cNvPr>
          <p:cNvSpPr>
            <a:spLocks noGrp="1"/>
          </p:cNvSpPr>
          <p:nvPr>
            <p:ph type="body" sz="quarter" idx="19"/>
          </p:nvPr>
        </p:nvSpPr>
        <p:spPr>
          <a:xfrm>
            <a:off x="1" y="698083"/>
            <a:ext cx="12192000" cy="5859326"/>
          </a:xfrm>
        </p:spPr>
        <p:txBody>
          <a:bodyPr/>
          <a:lstStyle/>
          <a:p>
            <a:pPr>
              <a:buClr>
                <a:schemeClr val="accent2"/>
              </a:buClr>
            </a:pP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Syntax-</a:t>
            </a:r>
          </a:p>
          <a:p>
            <a:pPr marL="342900" indent="-342900">
              <a:buClr>
                <a:schemeClr val="accent2"/>
              </a:buClr>
              <a:buFont typeface="Wingdings" panose="05000000000000000000" pitchFamily="2" charset="2"/>
              <a:buChar char="§"/>
            </a:pP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Y </a:t>
            </a:r>
            <a:r>
              <a:rPr lang="en-US" dirty="0">
                <a:latin typeface="Microsoft Himalaya" panose="01010100010101010101" pitchFamily="2" charset="0"/>
                <a:ea typeface="Microsoft Himalaya" panose="01010100010101010101" pitchFamily="2" charset="0"/>
                <a:cs typeface="Microsoft Himalaya" panose="01010100010101010101" pitchFamily="2" charset="0"/>
              </a:rPr>
              <a:t>= </a:t>
            </a: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fft(X)</a:t>
            </a:r>
          </a:p>
          <a:p>
            <a:pPr marL="342900" indent="-342900">
              <a:buClr>
                <a:schemeClr val="accent2"/>
              </a:buClr>
              <a:buFont typeface="Wingdings" panose="05000000000000000000" pitchFamily="2" charset="2"/>
              <a:buChar char="§"/>
            </a:pP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Y = fft(X) computes the Discrete Fourier transform (DFT) of X using a fast Fourier transform (FFT) algorithm.</a:t>
            </a:r>
          </a:p>
          <a:p>
            <a:pPr marL="342900" indent="-342900">
              <a:buClr>
                <a:schemeClr val="accent2"/>
              </a:buClr>
              <a:buFont typeface="Wingdings" panose="05000000000000000000" pitchFamily="2" charset="2"/>
              <a:buChar char="§"/>
            </a:pP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If</a:t>
            </a:r>
            <a:r>
              <a:rPr lang="en-US" dirty="0">
                <a:latin typeface="Microsoft Himalaya" panose="01010100010101010101" pitchFamily="2" charset="0"/>
                <a:ea typeface="Microsoft Himalaya" panose="01010100010101010101" pitchFamily="2" charset="0"/>
                <a:cs typeface="Microsoft Himalaya" panose="01010100010101010101" pitchFamily="2" charset="0"/>
              </a:rPr>
              <a:t> X is a vector, then fft(X) returns the Fourier transform of the vector.</a:t>
            </a:r>
          </a:p>
          <a:p>
            <a:pPr marL="342900" indent="-342900">
              <a:buClr>
                <a:schemeClr val="accent2"/>
              </a:buClr>
              <a:buFont typeface="Wingdings" panose="05000000000000000000" pitchFamily="2" charset="2"/>
              <a:buChar char="§"/>
            </a:pPr>
            <a:r>
              <a:rPr lang="en-US" dirty="0">
                <a:latin typeface="Microsoft Himalaya" panose="01010100010101010101" pitchFamily="2" charset="0"/>
                <a:ea typeface="Microsoft Himalaya" panose="01010100010101010101" pitchFamily="2" charset="0"/>
                <a:cs typeface="Microsoft Himalaya" panose="01010100010101010101" pitchFamily="2" charset="0"/>
              </a:rPr>
              <a:t>If X is a matrix, then fft(X) treats the columns of X as vectors and returns the Fourier transform of each </a:t>
            </a: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column.</a:t>
            </a:r>
          </a:p>
          <a:p>
            <a:pPr marL="342900" indent="-342900">
              <a:buClr>
                <a:schemeClr val="accent2"/>
              </a:buClr>
              <a:buFont typeface="Wingdings" panose="05000000000000000000" pitchFamily="2" charset="2"/>
              <a:buChar char="§"/>
            </a:pP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Y </a:t>
            </a:r>
            <a:r>
              <a:rPr lang="en-US" dirty="0">
                <a:latin typeface="Microsoft Himalaya" panose="01010100010101010101" pitchFamily="2" charset="0"/>
                <a:ea typeface="Microsoft Himalaya" panose="01010100010101010101" pitchFamily="2" charset="0"/>
                <a:cs typeface="Microsoft Himalaya" panose="01010100010101010101" pitchFamily="2" charset="0"/>
              </a:rPr>
              <a:t>= </a:t>
            </a: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fft(X , n</a:t>
            </a:r>
            <a:r>
              <a:rPr lang="en-US" dirty="0">
                <a:latin typeface="Microsoft Himalaya" panose="01010100010101010101" pitchFamily="2" charset="0"/>
                <a:ea typeface="Microsoft Himalaya" panose="01010100010101010101" pitchFamily="2" charset="0"/>
                <a:cs typeface="Microsoft Himalaya" panose="01010100010101010101" pitchFamily="2" charset="0"/>
              </a:rPr>
              <a:t>)</a:t>
            </a:r>
          </a:p>
          <a:p>
            <a:pPr marL="342900" indent="-342900">
              <a:buClr>
                <a:schemeClr val="accent2"/>
              </a:buClr>
              <a:buFont typeface="Wingdings" panose="05000000000000000000" pitchFamily="2" charset="2"/>
              <a:buChar char="§"/>
            </a:pPr>
            <a:r>
              <a:rPr lang="en-US" dirty="0">
                <a:latin typeface="Microsoft Himalaya" panose="01010100010101010101" pitchFamily="2" charset="0"/>
                <a:ea typeface="Microsoft Himalaya" panose="01010100010101010101" pitchFamily="2" charset="0"/>
                <a:cs typeface="Microsoft Himalaya" panose="01010100010101010101" pitchFamily="2" charset="0"/>
              </a:rPr>
              <a:t>Y = </a:t>
            </a: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fft(X , n</a:t>
            </a:r>
            <a:r>
              <a:rPr lang="en-US" dirty="0">
                <a:latin typeface="Microsoft Himalaya" panose="01010100010101010101" pitchFamily="2" charset="0"/>
                <a:ea typeface="Microsoft Himalaya" panose="01010100010101010101" pitchFamily="2" charset="0"/>
                <a:cs typeface="Microsoft Himalaya" panose="01010100010101010101" pitchFamily="2" charset="0"/>
              </a:rPr>
              <a:t>) returns the n-point DFT. If no value is specified, Y is the same size as X.</a:t>
            </a:r>
          </a:p>
          <a:p>
            <a:pPr marL="342900" indent="-342900">
              <a:buClr>
                <a:schemeClr val="accent2"/>
              </a:buClr>
              <a:buFont typeface="Wingdings" panose="05000000000000000000" pitchFamily="2" charset="2"/>
              <a:buChar char="§"/>
            </a:pPr>
            <a:r>
              <a:rPr lang="en-US" dirty="0">
                <a:latin typeface="Microsoft Himalaya" panose="01010100010101010101" pitchFamily="2" charset="0"/>
                <a:ea typeface="Microsoft Himalaya" panose="01010100010101010101" pitchFamily="2" charset="0"/>
                <a:cs typeface="Microsoft Himalaya" panose="01010100010101010101" pitchFamily="2" charset="0"/>
              </a:rPr>
              <a:t>If X is a vector and the length of X is less than n, then X is padded with trailing zeros to length n.</a:t>
            </a:r>
          </a:p>
          <a:p>
            <a:pPr marL="342900" indent="-342900">
              <a:buClr>
                <a:schemeClr val="accent2"/>
              </a:buClr>
              <a:buFont typeface="Wingdings" panose="05000000000000000000" pitchFamily="2" charset="2"/>
              <a:buChar char="§"/>
            </a:pPr>
            <a:r>
              <a:rPr lang="en-US" dirty="0">
                <a:latin typeface="Microsoft Himalaya" panose="01010100010101010101" pitchFamily="2" charset="0"/>
                <a:ea typeface="Microsoft Himalaya" panose="01010100010101010101" pitchFamily="2" charset="0"/>
                <a:cs typeface="Microsoft Himalaya" panose="01010100010101010101" pitchFamily="2" charset="0"/>
              </a:rPr>
              <a:t>If X is a vector and the length of X is greater than n, then X is truncated to length n.</a:t>
            </a:r>
          </a:p>
          <a:p>
            <a:pPr marL="342900" indent="-342900">
              <a:buClr>
                <a:schemeClr val="accent2"/>
              </a:buClr>
              <a:buFont typeface="Wingdings" panose="05000000000000000000" pitchFamily="2" charset="2"/>
              <a:buChar char="§"/>
            </a:pPr>
            <a:r>
              <a:rPr lang="en-US" dirty="0">
                <a:latin typeface="Microsoft Himalaya" panose="01010100010101010101" pitchFamily="2" charset="0"/>
                <a:ea typeface="Microsoft Himalaya" panose="01010100010101010101" pitchFamily="2" charset="0"/>
                <a:cs typeface="Microsoft Himalaya" panose="01010100010101010101" pitchFamily="2" charset="0"/>
              </a:rPr>
              <a:t>If X is a matrix, then each column is treated as in the vector </a:t>
            </a: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case.</a:t>
            </a:r>
          </a:p>
          <a:p>
            <a:pPr marL="342900" indent="-342900">
              <a:buClr>
                <a:schemeClr val="accent2"/>
              </a:buClr>
              <a:buFont typeface="Wingdings" panose="05000000000000000000" pitchFamily="2" charset="2"/>
              <a:buChar char="§"/>
            </a:pP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Y = fft(X , n , dim)</a:t>
            </a:r>
          </a:p>
          <a:p>
            <a:pPr marL="342900" indent="-342900">
              <a:buClr>
                <a:schemeClr val="accent2"/>
              </a:buClr>
              <a:buFont typeface="Wingdings" panose="05000000000000000000" pitchFamily="2" charset="2"/>
              <a:buChar char="§"/>
            </a:pPr>
            <a:r>
              <a:rPr lang="en-US" dirty="0" smtClean="0">
                <a:latin typeface="Microsoft Himalaya" panose="01010100010101010101" pitchFamily="2" charset="0"/>
                <a:ea typeface="Microsoft Himalaya" panose="01010100010101010101" pitchFamily="2" charset="0"/>
                <a:cs typeface="Microsoft Himalaya" panose="01010100010101010101" pitchFamily="2" charset="0"/>
              </a:rPr>
              <a:t>Y = fft(X , n, dim) returns the Fourier transform along the dimension dim. For example, if X is a matrix, then fft(X,n,2) returns the n-point Fourier transform of each row.</a:t>
            </a:r>
          </a:p>
          <a:p>
            <a:pPr marL="342900" indent="-342900">
              <a:buClr>
                <a:schemeClr val="accent2"/>
              </a:buClr>
              <a:buFont typeface="Wingdings" panose="05000000000000000000" pitchFamily="2" charset="2"/>
              <a:buChar char="q"/>
            </a:pPr>
            <a:endParaRPr lang="en-US" dirty="0" smtClean="0">
              <a:latin typeface="Microsoft Himalaya" panose="01010100010101010101" pitchFamily="2" charset="0"/>
              <a:ea typeface="Microsoft Himalaya" panose="01010100010101010101" pitchFamily="2" charset="0"/>
              <a:cs typeface="Microsoft Himalaya" panose="01010100010101010101" pitchFamily="2" charset="0"/>
            </a:endParaRPr>
          </a:p>
          <a:p>
            <a:pPr>
              <a:buClr>
                <a:schemeClr val="accent2"/>
              </a:buClr>
            </a:pPr>
            <a:endParaRPr lang="en-US" dirty="0" smtClean="0">
              <a:latin typeface="Microsoft Himalaya" panose="01010100010101010101" pitchFamily="2" charset="0"/>
              <a:ea typeface="Microsoft Himalaya" panose="01010100010101010101" pitchFamily="2" charset="0"/>
              <a:cs typeface="Microsoft Himalaya" panose="01010100010101010101" pitchFamily="2" charset="0"/>
            </a:endParaRPr>
          </a:p>
          <a:p>
            <a:pPr>
              <a:buClr>
                <a:schemeClr val="accent2"/>
              </a:buClr>
            </a:pPr>
            <a:endParaRPr lang="en-US"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4" name="Slide Number Placeholder 3">
            <a:extLst>
              <a:ext uri="{FF2B5EF4-FFF2-40B4-BE49-F238E27FC236}">
                <a16:creationId xmlns:a16="http://schemas.microsoft.com/office/drawing/2014/main" id="{B2228214-87DB-4B3A-BD81-9A709A69BAAC}"/>
              </a:ext>
            </a:extLst>
          </p:cNvPr>
          <p:cNvSpPr>
            <a:spLocks noGrp="1"/>
          </p:cNvSpPr>
          <p:nvPr>
            <p:ph type="sldNum" sz="quarter" idx="18"/>
          </p:nvPr>
        </p:nvSpPr>
        <p:spPr/>
        <p:txBody>
          <a:bodyPr/>
          <a:lstStyle/>
          <a:p>
            <a:fld id="{8699F50C-BE38-4BD0-BA84-9B090E1F2B9B}" type="slidenum">
              <a:rPr lang="en-US" smtClean="0"/>
              <a:pPr/>
              <a:t>8</a:t>
            </a:fld>
            <a:endParaRPr lang="en-US" dirty="0"/>
          </a:p>
        </p:txBody>
      </p:sp>
    </p:spTree>
    <p:extLst>
      <p:ext uri="{BB962C8B-B14F-4D97-AF65-F5344CB8AC3E}">
        <p14:creationId xmlns:p14="http://schemas.microsoft.com/office/powerpoint/2010/main" val="3100422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8">
            <a:extLst>
              <a:ext uri="{FF2B5EF4-FFF2-40B4-BE49-F238E27FC236}">
                <a16:creationId xmlns:a16="http://schemas.microsoft.com/office/drawing/2014/main" id="{FAA9D8EA-A7CA-4ED0-94D3-29382CDEBB32}"/>
              </a:ext>
            </a:extLst>
          </p:cNvPr>
          <p:cNvSpPr>
            <a:spLocks noGrp="1"/>
          </p:cNvSpPr>
          <p:nvPr>
            <p:ph type="body" sz="quarter" idx="16"/>
          </p:nvPr>
        </p:nvSpPr>
        <p:spPr>
          <a:xfrm>
            <a:off x="338530" y="279652"/>
            <a:ext cx="7368596" cy="1026634"/>
          </a:xfrm>
        </p:spPr>
        <p:txBody>
          <a:bodyPr/>
          <a:lstStyle/>
          <a:p>
            <a:r>
              <a:rPr lang="en-IN" sz="2800" dirty="0">
                <a:latin typeface="Trebuchet MS" panose="020B0603020202020204" pitchFamily="34" charset="0"/>
              </a:rPr>
              <a:t>Following are some musical notes and their frequencies :-</a:t>
            </a:r>
            <a:r>
              <a:rPr lang="en-US" sz="2800" dirty="0">
                <a:latin typeface="Trebuchet MS" panose="020B0603020202020204" pitchFamily="34" charset="0"/>
              </a:rPr>
              <a:t/>
            </a:r>
            <a:br>
              <a:rPr lang="en-US" sz="2800" dirty="0">
                <a:latin typeface="Trebuchet MS" panose="020B0603020202020204" pitchFamily="34" charset="0"/>
              </a:rPr>
            </a:br>
            <a:endParaRPr lang="en-US" sz="2800" dirty="0">
              <a:latin typeface="Trebuchet MS" panose="020B0603020202020204" pitchFamily="34" charset="0"/>
            </a:endParaRPr>
          </a:p>
        </p:txBody>
      </p:sp>
      <p:sp>
        <p:nvSpPr>
          <p:cNvPr id="3" name="Footer Placeholder 2">
            <a:extLst>
              <a:ext uri="{FF2B5EF4-FFF2-40B4-BE49-F238E27FC236}">
                <a16:creationId xmlns:a16="http://schemas.microsoft.com/office/drawing/2014/main" id="{16764F18-9B71-4D59-80A4-C9436CB2F479}"/>
              </a:ext>
            </a:extLst>
          </p:cNvPr>
          <p:cNvSpPr>
            <a:spLocks noGrp="1"/>
          </p:cNvSpPr>
          <p:nvPr>
            <p:ph type="ftr" sz="quarter" idx="17"/>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7553D90E-F2EA-4BA1-ACBD-9D3D0EB22C8A}"/>
              </a:ext>
            </a:extLst>
          </p:cNvPr>
          <p:cNvSpPr>
            <a:spLocks noGrp="1"/>
          </p:cNvSpPr>
          <p:nvPr>
            <p:ph type="sldNum" sz="quarter" idx="18"/>
          </p:nvPr>
        </p:nvSpPr>
        <p:spPr/>
        <p:txBody>
          <a:bodyPr/>
          <a:lstStyle/>
          <a:p>
            <a:fld id="{8699F50C-BE38-4BD0-BA84-9B090E1F2B9B}" type="slidenum">
              <a:rPr lang="en-US" smtClean="0"/>
              <a:pPr/>
              <a:t>9</a:t>
            </a:fld>
            <a:endParaRPr lang="en-US" dirty="0"/>
          </a:p>
        </p:txBody>
      </p:sp>
      <p:pic>
        <p:nvPicPr>
          <p:cNvPr id="5" name="Table Placeholder 4"/>
          <p:cNvPicPr>
            <a:picLocks noGrp="1" noChangeAspect="1"/>
          </p:cNvPicPr>
          <p:nvPr>
            <p:ph type="tbl" sz="quarter" idx="12"/>
          </p:nvPr>
        </p:nvPicPr>
        <p:blipFill>
          <a:blip r:embed="rId2"/>
          <a:stretch>
            <a:fillRect/>
          </a:stretch>
        </p:blipFill>
        <p:spPr>
          <a:xfrm>
            <a:off x="338531" y="1841862"/>
            <a:ext cx="9387742" cy="4232367"/>
          </a:xfrm>
          <a:prstGeom prst="rect">
            <a:avLst/>
          </a:prstGeom>
        </p:spPr>
      </p:pic>
    </p:spTree>
    <p:extLst>
      <p:ext uri="{BB962C8B-B14F-4D97-AF65-F5344CB8AC3E}">
        <p14:creationId xmlns:p14="http://schemas.microsoft.com/office/powerpoint/2010/main" val="29737076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type="body" sz="quarter" idx="16"/>
          </p:nvPr>
        </p:nvSpPr>
        <p:spPr>
          <a:xfrm>
            <a:off x="254519" y="1105988"/>
            <a:ext cx="8597381" cy="5016137"/>
          </a:xfrm>
        </p:spPr>
        <p:txBody>
          <a:bodyPr/>
          <a:lstStyle/>
          <a:p>
            <a:pPr marL="457200" lvl="0" indent="-457200">
              <a:lnSpc>
                <a:spcPct val="107000"/>
              </a:lnSpc>
              <a:spcBef>
                <a:spcPts val="0"/>
              </a:spcBef>
              <a:buClrTx/>
              <a:buSzPts val="1000"/>
              <a:buFont typeface="Arial" panose="020B0604020202020204" pitchFamily="34" charset="0"/>
              <a:buChar char="•"/>
              <a:tabLst>
                <a:tab pos="457200" algn="l"/>
              </a:tabLst>
            </a:pPr>
            <a:r>
              <a:rPr lang="en-IN" sz="28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To understand the basics of musical notes and guitar </a:t>
            </a:r>
            <a:r>
              <a:rPr lang="en-IN" sz="28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chords.</a:t>
            </a:r>
            <a:endParaRPr lang="en-US" sz="28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457200" lvl="0" indent="-457200">
              <a:lnSpc>
                <a:spcPct val="107000"/>
              </a:lnSpc>
              <a:spcBef>
                <a:spcPts val="0"/>
              </a:spcBef>
              <a:buClrTx/>
              <a:buSzPts val="1000"/>
              <a:buFont typeface="Arial" panose="020B0604020202020204" pitchFamily="34" charset="0"/>
              <a:buChar char="•"/>
              <a:tabLst>
                <a:tab pos="457200" algn="l"/>
              </a:tabLst>
            </a:pPr>
            <a:r>
              <a:rPr lang="en-IN" sz="28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To determine the Fast Fourier Transform of a guitar chord.</a:t>
            </a:r>
            <a:endParaRPr lang="en-US" sz="28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457200" lvl="0" indent="-457200">
              <a:lnSpc>
                <a:spcPct val="107000"/>
              </a:lnSpc>
              <a:spcBef>
                <a:spcPts val="0"/>
              </a:spcBef>
              <a:buClrTx/>
              <a:buSzPts val="1000"/>
              <a:buFont typeface="Arial" panose="020B0604020202020204" pitchFamily="34" charset="0"/>
              <a:buChar char="•"/>
              <a:tabLst>
                <a:tab pos="457200" algn="l"/>
              </a:tabLst>
            </a:pPr>
            <a:r>
              <a:rPr lang="en-IN" sz="28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To </a:t>
            </a:r>
            <a:r>
              <a:rPr lang="en-IN" sz="28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plot the absolute value curve of FFT of guitar chords in MATLAB.</a:t>
            </a:r>
            <a:endParaRPr lang="en-US" sz="28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457200" lvl="0" indent="-457200">
              <a:lnSpc>
                <a:spcPct val="107000"/>
              </a:lnSpc>
              <a:spcBef>
                <a:spcPts val="0"/>
              </a:spcBef>
              <a:buClrTx/>
              <a:buSzPts val="1000"/>
              <a:buFont typeface="Arial" panose="020B0604020202020204" pitchFamily="34" charset="0"/>
              <a:buChar char="•"/>
              <a:tabLst>
                <a:tab pos="457200" algn="l"/>
              </a:tabLst>
            </a:pPr>
            <a:r>
              <a:rPr lang="en-IN" sz="28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To determine the frequency from the plot of absolute value of FFT.</a:t>
            </a:r>
            <a:endParaRPr lang="en-US" sz="28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457200" lvl="0" indent="-457200">
              <a:lnSpc>
                <a:spcPct val="107000"/>
              </a:lnSpc>
              <a:spcBef>
                <a:spcPts val="0"/>
              </a:spcBef>
              <a:buClrTx/>
              <a:buSzPts val="1000"/>
              <a:buFont typeface="Arial" panose="020B0604020202020204" pitchFamily="34" charset="0"/>
              <a:buChar char="•"/>
              <a:tabLst>
                <a:tab pos="457200" algn="l"/>
              </a:tabLst>
            </a:pPr>
            <a:r>
              <a:rPr lang="en-IN" sz="28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To determine the notes present in the given chord by the help of determined frequencies from the plot of absolute values of FFT.</a:t>
            </a:r>
            <a:endParaRPr lang="en-US" sz="28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457200" lvl="0" indent="-457200">
              <a:lnSpc>
                <a:spcPct val="100000"/>
              </a:lnSpc>
              <a:spcBef>
                <a:spcPts val="0"/>
              </a:spcBef>
              <a:buClrTx/>
              <a:buFont typeface="Arial" panose="020B0604020202020204" pitchFamily="34" charset="0"/>
              <a:buChar char="•"/>
            </a:pPr>
            <a:endParaRPr lang="en-IN" sz="2800" dirty="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indent="-342900">
              <a:buFont typeface="Arial" panose="020B0604020202020204" pitchFamily="34" charset="0"/>
              <a:buChar char="•"/>
            </a:pPr>
            <a:endParaRPr lang="en-IN" sz="28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11" name="Title 10">
            <a:extLst>
              <a:ext uri="{FF2B5EF4-FFF2-40B4-BE49-F238E27FC236}">
                <a16:creationId xmlns:a16="http://schemas.microsoft.com/office/drawing/2014/main" id="{69D4BCF2-C773-495F-A4D5-860FB6A2FA91}"/>
              </a:ext>
            </a:extLst>
          </p:cNvPr>
          <p:cNvSpPr>
            <a:spLocks noGrp="1"/>
          </p:cNvSpPr>
          <p:nvPr>
            <p:ph type="title"/>
          </p:nvPr>
        </p:nvSpPr>
        <p:spPr>
          <a:xfrm>
            <a:off x="518678" y="1"/>
            <a:ext cx="8333222" cy="731520"/>
          </a:xfrm>
        </p:spPr>
        <p:txBody>
          <a:bodyPr>
            <a:normAutofit/>
          </a:bodyPr>
          <a:lstStyle/>
          <a:p>
            <a:r>
              <a:rPr lang="en-IN" sz="3600" dirty="0">
                <a:latin typeface="Trebuchet MS" panose="020B0603020202020204" pitchFamily="34" charset="0"/>
                <a:ea typeface="Times New Roman" panose="02020603050405020304" pitchFamily="18" charset="0"/>
                <a:cs typeface="Times New Roman" panose="02020603050405020304" pitchFamily="18" charset="0"/>
              </a:rPr>
              <a:t>OBJECTIVES</a:t>
            </a:r>
            <a:endParaRPr lang="en-US" sz="3600" b="0" dirty="0">
              <a:solidFill>
                <a:schemeClr val="tx1"/>
              </a:solidFill>
              <a:latin typeface="Trebuchet MS" panose="020B0603020202020204" pitchFamily="34" charset="0"/>
              <a:cs typeface="Calibri Light" panose="020F0302020204030204" pitchFamily="34" charset="0"/>
            </a:endParaRPr>
          </a:p>
        </p:txBody>
      </p:sp>
    </p:spTree>
    <p:extLst>
      <p:ext uri="{BB962C8B-B14F-4D97-AF65-F5344CB8AC3E}">
        <p14:creationId xmlns:p14="http://schemas.microsoft.com/office/powerpoint/2010/main" val="20092240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6"/>
          </p:nvPr>
        </p:nvSpPr>
        <p:spPr>
          <a:xfrm>
            <a:off x="138234" y="1011807"/>
            <a:ext cx="9668537" cy="5344543"/>
          </a:xfrm>
        </p:spPr>
        <p:txBody>
          <a:bodyPr/>
          <a:lstStyle/>
          <a:p>
            <a:pPr marL="342900" marR="0" lvl="0" indent="-342900">
              <a:lnSpc>
                <a:spcPct val="107000"/>
              </a:lnSpc>
              <a:spcBef>
                <a:spcPts val="0"/>
              </a:spcBef>
              <a:spcAft>
                <a:spcPts val="0"/>
              </a:spcAft>
              <a:buFont typeface="Symbol" panose="05050102010706020507" pitchFamily="18" charset="2"/>
              <a:buChar char=""/>
            </a:pPr>
            <a:r>
              <a:rPr lang="en-IN" sz="2800" dirty="0" smtClean="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rPr>
              <a:t>Record the sample guitar chords.</a:t>
            </a:r>
            <a:endParaRPr lang="en-US"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marR="0" lvl="0" indent="-342900">
              <a:lnSpc>
                <a:spcPct val="107000"/>
              </a:lnSpc>
              <a:spcBef>
                <a:spcPts val="0"/>
              </a:spcBef>
              <a:spcAft>
                <a:spcPts val="0"/>
              </a:spcAft>
              <a:buFont typeface="Symbol" panose="05050102010706020507" pitchFamily="18" charset="2"/>
              <a:buChar char=""/>
            </a:pPr>
            <a:r>
              <a:rPr lang="en-IN"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rPr>
              <a:t>Gather data from the files like the sampling frequency, type of signal, gain, base and unit.</a:t>
            </a:r>
            <a:endParaRPr lang="en-US"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marR="0" lvl="0" indent="-342900">
              <a:lnSpc>
                <a:spcPct val="107000"/>
              </a:lnSpc>
              <a:spcBef>
                <a:spcPts val="0"/>
              </a:spcBef>
              <a:spcAft>
                <a:spcPts val="0"/>
              </a:spcAft>
              <a:buFont typeface="Symbol" panose="05050102010706020507" pitchFamily="18" charset="2"/>
              <a:buChar char=""/>
            </a:pPr>
            <a:r>
              <a:rPr lang="en-IN"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rPr>
              <a:t>Change the sample chord to .wav format.</a:t>
            </a:r>
            <a:endParaRPr lang="en-US"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marR="0" lvl="0" indent="-342900">
              <a:lnSpc>
                <a:spcPct val="107000"/>
              </a:lnSpc>
              <a:spcBef>
                <a:spcPts val="0"/>
              </a:spcBef>
              <a:spcAft>
                <a:spcPts val="0"/>
              </a:spcAft>
              <a:buFont typeface="Symbol" panose="05050102010706020507" pitchFamily="18" charset="2"/>
              <a:buChar char=""/>
            </a:pPr>
            <a:r>
              <a:rPr lang="en-IN"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rPr>
              <a:t>Now FFT of the chord is found out by the MATLAB program code written on the next page.</a:t>
            </a:r>
            <a:endParaRPr lang="en-US"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marR="0" lvl="0" indent="-342900">
              <a:lnSpc>
                <a:spcPct val="107000"/>
              </a:lnSpc>
              <a:spcBef>
                <a:spcPts val="0"/>
              </a:spcBef>
              <a:spcAft>
                <a:spcPts val="0"/>
              </a:spcAft>
              <a:buFont typeface="Symbol" panose="05050102010706020507" pitchFamily="18" charset="2"/>
              <a:buChar char=""/>
            </a:pPr>
            <a:r>
              <a:rPr lang="en-IN"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rPr>
              <a:t>Then we plot the graph of FFT and find the absolute value of frequencies.</a:t>
            </a:r>
            <a:endParaRPr lang="en-US"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marR="0" lvl="0" indent="-342900">
              <a:lnSpc>
                <a:spcPct val="107000"/>
              </a:lnSpc>
              <a:spcBef>
                <a:spcPts val="0"/>
              </a:spcBef>
              <a:spcAft>
                <a:spcPts val="0"/>
              </a:spcAft>
              <a:buFont typeface="Symbol" panose="05050102010706020507" pitchFamily="18" charset="2"/>
              <a:buChar char=""/>
            </a:pPr>
            <a:r>
              <a:rPr lang="en-IN"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rPr>
              <a:t>Now we compute the frequencies and tally them with the table given above of the musical notes and their frequencies</a:t>
            </a:r>
            <a:r>
              <a:rPr lang="en-IN" sz="2800" dirty="0" smtClean="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rPr>
              <a:t>.</a:t>
            </a:r>
          </a:p>
          <a:p>
            <a:pPr marL="342900" marR="0" lvl="0" indent="-342900">
              <a:lnSpc>
                <a:spcPct val="107000"/>
              </a:lnSpc>
              <a:spcBef>
                <a:spcPts val="0"/>
              </a:spcBef>
              <a:spcAft>
                <a:spcPts val="0"/>
              </a:spcAft>
              <a:buFont typeface="Symbol" panose="05050102010706020507" pitchFamily="18" charset="2"/>
              <a:buChar char=""/>
            </a:pPr>
            <a:r>
              <a:rPr lang="en-US"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rPr>
              <a:t>This tells us which notes are present in the guitar chord sample.</a:t>
            </a:r>
          </a:p>
          <a:p>
            <a:pPr marL="342900" marR="0" lvl="0" indent="-342900">
              <a:lnSpc>
                <a:spcPct val="107000"/>
              </a:lnSpc>
              <a:spcBef>
                <a:spcPts val="0"/>
              </a:spcBef>
              <a:spcAft>
                <a:spcPts val="0"/>
              </a:spcAft>
              <a:buFont typeface="Symbol" panose="05050102010706020507" pitchFamily="18" charset="2"/>
              <a:buChar char=""/>
            </a:pPr>
            <a:endParaRPr lang="en-IN" sz="2800" dirty="0" smtClean="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endParaRPr>
          </a:p>
          <a:p>
            <a:endParaRPr lang="en-IN" sz="2800" dirty="0">
              <a:solidFill>
                <a:schemeClr val="tx1"/>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3" name="Slide Number Placeholder 2"/>
          <p:cNvSpPr>
            <a:spLocks noGrp="1"/>
          </p:cNvSpPr>
          <p:nvPr>
            <p:ph type="sldNum" sz="quarter" idx="18"/>
          </p:nvPr>
        </p:nvSpPr>
        <p:spPr/>
        <p:txBody>
          <a:bodyPr/>
          <a:lstStyle/>
          <a:p>
            <a:fld id="{8699F50C-BE38-4BD0-BA84-9B090E1F2B9B}" type="slidenum">
              <a:rPr lang="en-US" noProof="0" smtClean="0"/>
              <a:t>11</a:t>
            </a:fld>
            <a:endParaRPr lang="en-US" noProof="0" dirty="0"/>
          </a:p>
        </p:txBody>
      </p:sp>
      <p:sp>
        <p:nvSpPr>
          <p:cNvPr id="4" name="Title 3"/>
          <p:cNvSpPr>
            <a:spLocks noGrp="1"/>
          </p:cNvSpPr>
          <p:nvPr>
            <p:ph type="title"/>
          </p:nvPr>
        </p:nvSpPr>
        <p:spPr>
          <a:xfrm>
            <a:off x="518678" y="209028"/>
            <a:ext cx="8333222" cy="794343"/>
          </a:xfrm>
        </p:spPr>
        <p:txBody>
          <a:bodyPr>
            <a:normAutofit fontScale="90000"/>
          </a:bodyPr>
          <a:lstStyle/>
          <a:p>
            <a:pPr lvl="0">
              <a:lnSpc>
                <a:spcPct val="107000"/>
              </a:lnSpc>
              <a:spcBef>
                <a:spcPts val="0"/>
              </a:spcBef>
            </a:pPr>
            <a:r>
              <a:rPr lang="en-IN" sz="4000" u="sng" dirty="0">
                <a:solidFill>
                  <a:prstClr val="black"/>
                </a:solidFill>
                <a:latin typeface="Trebuchet MS" panose="020B0603020202020204" pitchFamily="34" charset="0"/>
                <a:ea typeface="Times New Roman" panose="02020603050405020304" pitchFamily="18" charset="0"/>
                <a:cs typeface="Times New Roman" panose="02020603050405020304" pitchFamily="18" charset="0"/>
              </a:rPr>
              <a:t>METHODOLOGY</a:t>
            </a:r>
            <a:r>
              <a:rPr lang="en-US" sz="2000" b="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a:r>
            <a:br>
              <a:rPr lang="en-US" sz="2000" b="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IN" sz="1800" b="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b="0" dirty="0">
              <a:solidFill>
                <a:prstClr val="black"/>
              </a:solidFill>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6279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8"/>
          </p:nvPr>
        </p:nvSpPr>
        <p:spPr/>
        <p:txBody>
          <a:bodyPr/>
          <a:lstStyle/>
          <a:p>
            <a:fld id="{8699F50C-BE38-4BD0-BA84-9B090E1F2B9B}" type="slidenum">
              <a:rPr lang="en-US" noProof="0" smtClean="0"/>
              <a:t>12</a:t>
            </a:fld>
            <a:endParaRPr lang="en-US" noProof="0" dirty="0"/>
          </a:p>
        </p:txBody>
      </p:sp>
      <p:sp>
        <p:nvSpPr>
          <p:cNvPr id="5" name="Title 4"/>
          <p:cNvSpPr>
            <a:spLocks noGrp="1"/>
          </p:cNvSpPr>
          <p:nvPr>
            <p:ph type="title"/>
          </p:nvPr>
        </p:nvSpPr>
        <p:spPr>
          <a:xfrm>
            <a:off x="518678" y="209028"/>
            <a:ext cx="8333222" cy="548617"/>
          </a:xfrm>
        </p:spPr>
        <p:txBody>
          <a:bodyPr>
            <a:normAutofit fontScale="90000"/>
          </a:bodyPr>
          <a:lstStyle/>
          <a:p>
            <a:r>
              <a:rPr lang="en-IN" sz="4000" dirty="0" smtClean="0">
                <a:latin typeface="Trebuchet MS" panose="020B0603020202020204" pitchFamily="34" charset="0"/>
              </a:rPr>
              <a:t>PROGRAM CODE</a:t>
            </a:r>
            <a:endParaRPr lang="en-IN" sz="4000" dirty="0">
              <a:latin typeface="Trebuchet MS" panose="020B0603020202020204" pitchFamily="34" charset="0"/>
            </a:endParaRPr>
          </a:p>
        </p:txBody>
      </p:sp>
      <mc:AlternateContent xmlns:mc="http://schemas.openxmlformats.org/markup-compatibility/2006">
        <mc:Choice xmlns:a14="http://schemas.microsoft.com/office/drawing/2010/main" Requires="a14">
          <p:sp>
            <p:nvSpPr>
              <p:cNvPr id="6" name="Text Placeholder 5"/>
              <p:cNvSpPr>
                <a:spLocks noGrp="1"/>
              </p:cNvSpPr>
              <p:nvPr>
                <p:ph type="body" sz="quarter" idx="19"/>
              </p:nvPr>
            </p:nvSpPr>
            <p:spPr>
              <a:xfrm>
                <a:off x="518678" y="1037862"/>
                <a:ext cx="8860380" cy="5820138"/>
              </a:xfrm>
            </p:spPr>
            <p:txBody>
              <a:bodyPr/>
              <a:lstStyle/>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&gt;&gt;[data,fs]=audioread(“filename.wav”)</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&gt;&gt;data=data(1:1024)</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&gt;&gt;N=16;</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&gt;&gt;data=data(1:</a:t>
                </a:r>
                <a14:m>
                  <m:oMath xmlns:m="http://schemas.openxmlformats.org/officeDocument/2006/math">
                    <m:sSup>
                      <m:sSupPr>
                        <m:ctrlPr>
                          <a:rPr lang="en-IN" sz="2000" i="1" smtClean="0">
                            <a:latin typeface="+mj-lt"/>
                          </a:rPr>
                        </m:ctrlPr>
                      </m:sSupPr>
                      <m:e>
                        <m:r>
                          <a:rPr lang="en-IN" sz="2000" b="0" i="1" smtClean="0">
                            <a:latin typeface="+mj-lt"/>
                          </a:rPr>
                          <m:t>2</m:t>
                        </m:r>
                      </m:e>
                      <m:sup>
                        <m:r>
                          <a:rPr lang="en-IN" sz="2000" b="0" i="1" smtClean="0">
                            <a:latin typeface="+mj-lt"/>
                          </a:rPr>
                          <m:t>𝑁</m:t>
                        </m:r>
                      </m:sup>
                    </m:sSup>
                  </m:oMath>
                </a14:m>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&gt;&gt;figure(1)</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&gt;&gt;clf</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&gt;&gt;plot(data)</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&gt;&gt;data1=data(1:</a:t>
                </a:r>
                <a14:m>
                  <m:oMath xmlns:m="http://schemas.openxmlformats.org/officeDocument/2006/math">
                    <m:sSup>
                      <m:sSupPr>
                        <m:ctrlPr>
                          <a:rPr lang="en-IN" sz="2000" i="1">
                            <a:solidFill>
                              <a:srgbClr val="3F3F3F"/>
                            </a:solidFill>
                            <a:latin typeface="Cambria Math" panose="02040503050406030204" pitchFamily="18" charset="0"/>
                          </a:rPr>
                        </m:ctrlPr>
                      </m:sSupPr>
                      <m:e>
                        <m:r>
                          <a:rPr lang="en-IN" sz="2000" i="1">
                            <a:solidFill>
                              <a:srgbClr val="3F3F3F"/>
                            </a:solidFill>
                            <a:latin typeface="Cambria Math" panose="02040503050406030204" pitchFamily="18" charset="0"/>
                          </a:rPr>
                          <m:t>2</m:t>
                        </m:r>
                      </m:e>
                      <m:sup>
                        <m:r>
                          <a:rPr lang="en-IN" sz="2000" i="1">
                            <a:solidFill>
                              <a:srgbClr val="3F3F3F"/>
                            </a:solidFill>
                            <a:latin typeface="Cambria Math" panose="02040503050406030204" pitchFamily="18" charset="0"/>
                          </a:rPr>
                          <m:t>𝑁</m:t>
                        </m:r>
                      </m:sup>
                    </m:sSup>
                  </m:oMath>
                </a14:m>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&gt;&gt;data1=data1’;</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&gt;&gt;data1_fft=</a:t>
                </a:r>
                <a:r>
                  <a:rPr lang="en-IN" sz="2800" dirty="0" err="1" smtClean="0">
                    <a:latin typeface="Microsoft Himalaya" panose="01010100010101010101" pitchFamily="2" charset="0"/>
                    <a:ea typeface="Microsoft Himalaya" panose="01010100010101010101" pitchFamily="2" charset="0"/>
                    <a:cs typeface="Microsoft Himalaya" panose="01010100010101010101" pitchFamily="2" charset="0"/>
                  </a:rPr>
                  <a:t>fft</a:t>
                </a:r>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(data1,1024);</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&gt;&gt;figure,plot(abs(data1_fft));</a:t>
                </a:r>
              </a:p>
              <a:p>
                <a:endPar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endParaRPr>
              </a:p>
            </p:txBody>
          </p:sp>
        </mc:Choice>
        <mc:Fallback>
          <p:sp>
            <p:nvSpPr>
              <p:cNvPr id="6" name="Text Placeholder 5"/>
              <p:cNvSpPr>
                <a:spLocks noGrp="1" noRot="1" noChangeAspect="1" noMove="1" noResize="1" noEditPoints="1" noAdjustHandles="1" noChangeArrowheads="1" noChangeShapeType="1" noTextEdit="1"/>
              </p:cNvSpPr>
              <p:nvPr>
                <p:ph type="body" sz="quarter" idx="19"/>
              </p:nvPr>
            </p:nvSpPr>
            <p:spPr>
              <a:xfrm>
                <a:off x="518678" y="1037862"/>
                <a:ext cx="8860380" cy="5820138"/>
              </a:xfrm>
              <a:blipFill>
                <a:blip r:embed="rId2"/>
                <a:stretch>
                  <a:fillRect l="-1376" t="-1571"/>
                </a:stretch>
              </a:blipFill>
            </p:spPr>
            <p:txBody>
              <a:bodyPr/>
              <a:lstStyle/>
              <a:p>
                <a:r>
                  <a:rPr lang="en-IN">
                    <a:noFill/>
                  </a:rPr>
                  <a:t> </a:t>
                </a:r>
              </a:p>
            </p:txBody>
          </p:sp>
        </mc:Fallback>
      </mc:AlternateContent>
    </p:spTree>
    <p:extLst>
      <p:ext uri="{BB962C8B-B14F-4D97-AF65-F5344CB8AC3E}">
        <p14:creationId xmlns:p14="http://schemas.microsoft.com/office/powerpoint/2010/main" val="3202605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7"/>
          </p:nvPr>
        </p:nvSpPr>
        <p:spPr/>
        <p:txBody>
          <a:bodyPr/>
          <a:lstStyle/>
          <a:p>
            <a:r>
              <a:rPr lang="en-US" noProof="0" smtClean="0"/>
              <a:t>Add a footer</a:t>
            </a:r>
            <a:endParaRPr lang="en-US" noProof="0" dirty="0"/>
          </a:p>
        </p:txBody>
      </p:sp>
      <p:sp>
        <p:nvSpPr>
          <p:cNvPr id="4" name="Slide Number Placeholder 3"/>
          <p:cNvSpPr>
            <a:spLocks noGrp="1"/>
          </p:cNvSpPr>
          <p:nvPr>
            <p:ph type="sldNum" sz="quarter" idx="18"/>
          </p:nvPr>
        </p:nvSpPr>
        <p:spPr/>
        <p:txBody>
          <a:bodyPr/>
          <a:lstStyle/>
          <a:p>
            <a:fld id="{8699F50C-BE38-4BD0-BA84-9B090E1F2B9B}" type="slidenum">
              <a:rPr lang="en-US" noProof="0" smtClean="0"/>
              <a:t>13</a:t>
            </a:fld>
            <a:endParaRPr lang="en-US" noProof="0" dirty="0"/>
          </a:p>
        </p:txBody>
      </p:sp>
      <p:sp>
        <p:nvSpPr>
          <p:cNvPr id="6" name="Text Placeholder 5"/>
          <p:cNvSpPr>
            <a:spLocks noGrp="1"/>
          </p:cNvSpPr>
          <p:nvPr>
            <p:ph type="body" sz="quarter" idx="19"/>
          </p:nvPr>
        </p:nvSpPr>
        <p:spPr>
          <a:xfrm>
            <a:off x="531814" y="1175657"/>
            <a:ext cx="7240586" cy="4913993"/>
          </a:xfrm>
        </p:spPr>
        <p:txBody>
          <a:bodyPr/>
          <a:lstStyle/>
          <a:p>
            <a:pPr lvl="0"/>
            <a:r>
              <a:rPr lang="en-IN" sz="2800" dirty="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[peaks locs]=findpeaks(abs(data1_fft));</a:t>
            </a:r>
          </a:p>
          <a:p>
            <a:pPr lvl="0"/>
            <a:r>
              <a:rPr lang="en-IN" sz="2800" dirty="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&gt;&gt;peaks</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&gt;&gt;k1=locs(1)-1;</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&gt;&gt;k2=locs(2)-1;</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&gt;&gt;k3=locs(3)-1;</a:t>
            </a:r>
            <a:endParaRPr lang="en-IN" sz="28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Tree>
    <p:extLst>
      <p:ext uri="{BB962C8B-B14F-4D97-AF65-F5344CB8AC3E}">
        <p14:creationId xmlns:p14="http://schemas.microsoft.com/office/powerpoint/2010/main" val="735792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8"/>
          </p:nvPr>
        </p:nvSpPr>
        <p:spPr/>
        <p:txBody>
          <a:bodyPr/>
          <a:lstStyle/>
          <a:p>
            <a:fld id="{8699F50C-BE38-4BD0-BA84-9B090E1F2B9B}" type="slidenum">
              <a:rPr lang="en-US" noProof="0" smtClean="0"/>
              <a:t>14</a:t>
            </a:fld>
            <a:endParaRPr lang="en-US" noProof="0" dirty="0"/>
          </a:p>
        </p:txBody>
      </p:sp>
      <p:sp>
        <p:nvSpPr>
          <p:cNvPr id="5" name="Title 4"/>
          <p:cNvSpPr>
            <a:spLocks noGrp="1"/>
          </p:cNvSpPr>
          <p:nvPr>
            <p:ph type="title"/>
          </p:nvPr>
        </p:nvSpPr>
        <p:spPr>
          <a:xfrm>
            <a:off x="518678" y="209029"/>
            <a:ext cx="8333222" cy="548618"/>
          </a:xfrm>
        </p:spPr>
        <p:txBody>
          <a:bodyPr>
            <a:normAutofit/>
          </a:bodyPr>
          <a:lstStyle/>
          <a:p>
            <a:r>
              <a:rPr lang="en-IN" sz="3600" u="sng" dirty="0" smtClean="0">
                <a:latin typeface="Trebuchet MS" panose="020B0603020202020204" pitchFamily="34" charset="0"/>
              </a:rPr>
              <a:t>RESULT</a:t>
            </a:r>
            <a:endParaRPr lang="en-IN" sz="3600" u="sng" dirty="0">
              <a:latin typeface="Trebuchet MS" panose="020B0603020202020204" pitchFamily="34" charset="0"/>
            </a:endParaRPr>
          </a:p>
        </p:txBody>
      </p:sp>
      <p:sp>
        <p:nvSpPr>
          <p:cNvPr id="6" name="Text Placeholder 5"/>
          <p:cNvSpPr>
            <a:spLocks noGrp="1"/>
          </p:cNvSpPr>
          <p:nvPr>
            <p:ph type="body" sz="quarter" idx="19"/>
          </p:nvPr>
        </p:nvSpPr>
        <p:spPr>
          <a:xfrm>
            <a:off x="531814" y="875211"/>
            <a:ext cx="5712232" cy="5695406"/>
          </a:xfrm>
        </p:spPr>
        <p:txBody>
          <a:bodyPr/>
          <a:lstStyle/>
          <a:p>
            <a:pPr marL="457200" indent="-457200">
              <a:buAutoNum type="arabicParenR"/>
            </a:pPr>
            <a:r>
              <a:rPr lang="en-IN" dirty="0">
                <a:latin typeface="Microsoft Himalaya" panose="01010100010101010101" pitchFamily="2" charset="0"/>
                <a:ea typeface="Microsoft Himalaya" panose="01010100010101010101" pitchFamily="2" charset="0"/>
                <a:cs typeface="Microsoft Himalaya" panose="01010100010101010101" pitchFamily="2" charset="0"/>
              </a:rPr>
              <a:t>E</a:t>
            </a:r>
            <a:r>
              <a:rPr lang="en-IN" dirty="0" smtClean="0">
                <a:latin typeface="Microsoft Himalaya" panose="01010100010101010101" pitchFamily="2" charset="0"/>
                <a:ea typeface="Microsoft Himalaya" panose="01010100010101010101" pitchFamily="2" charset="0"/>
                <a:cs typeface="Microsoft Himalaya" panose="01010100010101010101" pitchFamily="2" charset="0"/>
              </a:rPr>
              <a:t> Major-</a:t>
            </a:r>
          </a:p>
          <a:p>
            <a:pPr marL="342900" indent="-342900">
              <a:buFont typeface="Arial" panose="020B0604020202020204" pitchFamily="34" charset="0"/>
              <a:buChar char="•"/>
            </a:pPr>
            <a:r>
              <a:rPr lang="en-IN" dirty="0" smtClean="0">
                <a:latin typeface="Microsoft Himalaya" panose="01010100010101010101" pitchFamily="2" charset="0"/>
                <a:ea typeface="Microsoft Himalaya" panose="01010100010101010101" pitchFamily="2" charset="0"/>
                <a:cs typeface="Microsoft Himalaya" panose="01010100010101010101" pitchFamily="2" charset="0"/>
              </a:rPr>
              <a:t>K1=4,k2=6,k3=10</a:t>
            </a:r>
          </a:p>
          <a:p>
            <a:pPr marL="342900" indent="-342900">
              <a:buFont typeface="Arial" panose="020B0604020202020204" pitchFamily="34" charset="0"/>
              <a:buChar char="•"/>
            </a:pPr>
            <a:r>
              <a:rPr lang="en-IN" dirty="0" smtClean="0">
                <a:latin typeface="Microsoft Himalaya" panose="01010100010101010101" pitchFamily="2" charset="0"/>
                <a:ea typeface="Microsoft Himalaya" panose="01010100010101010101" pitchFamily="2" charset="0"/>
                <a:cs typeface="Microsoft Himalaya" panose="01010100010101010101" pitchFamily="2" charset="0"/>
              </a:rPr>
              <a:t>Fs=22050</a:t>
            </a:r>
          </a:p>
          <a:p>
            <a:pPr marL="342900" indent="-342900">
              <a:buFont typeface="Arial" panose="020B0604020202020204" pitchFamily="34" charset="0"/>
              <a:buChar char="•"/>
            </a:pPr>
            <a:r>
              <a:rPr lang="en-IN" dirty="0" smtClean="0">
                <a:latin typeface="Microsoft Himalaya" panose="01010100010101010101" pitchFamily="2" charset="0"/>
                <a:ea typeface="Microsoft Himalaya" panose="01010100010101010101" pitchFamily="2" charset="0"/>
                <a:cs typeface="Microsoft Himalaya" panose="01010100010101010101" pitchFamily="2" charset="0"/>
              </a:rPr>
              <a:t>N=1024</a:t>
            </a:r>
          </a:p>
          <a:p>
            <a:pPr marL="342900" indent="-342900">
              <a:buFont typeface="Arial" panose="020B0604020202020204" pitchFamily="34" charset="0"/>
              <a:buChar char="•"/>
            </a:pPr>
            <a:r>
              <a:rPr lang="en-IN" dirty="0" smtClean="0">
                <a:latin typeface="Microsoft Himalaya" panose="01010100010101010101" pitchFamily="2" charset="0"/>
                <a:ea typeface="Microsoft Himalaya" panose="01010100010101010101" pitchFamily="2" charset="0"/>
                <a:cs typeface="Microsoft Himalaya" panose="01010100010101010101" pitchFamily="2" charset="0"/>
              </a:rPr>
              <a:t>w1=2</a:t>
            </a:r>
            <a:r>
              <a:rPr lang="el-GR" dirty="0" smtClean="0">
                <a:ea typeface="Microsoft Himalaya" panose="01010100010101010101" pitchFamily="2" charset="0"/>
                <a:cs typeface="Microsoft Himalaya" panose="01010100010101010101" pitchFamily="2" charset="0"/>
              </a:rPr>
              <a:t>π</a:t>
            </a:r>
            <a:r>
              <a:rPr lang="en-IN" dirty="0" smtClean="0">
                <a:latin typeface="Microsoft Himalaya" panose="01010100010101010101" pitchFamily="2" charset="0"/>
                <a:ea typeface="Microsoft Himalaya" panose="01010100010101010101" pitchFamily="2" charset="0"/>
                <a:cs typeface="Microsoft Himalaya" panose="01010100010101010101" pitchFamily="2" charset="0"/>
              </a:rPr>
              <a:t>*4/1024=0.0245</a:t>
            </a:r>
          </a:p>
          <a:p>
            <a:pPr marL="342900" lvl="0" indent="-342900">
              <a:buFont typeface="Arial" panose="020B0604020202020204" pitchFamily="34" charset="0"/>
              <a:buChar char="•"/>
            </a:pPr>
            <a:r>
              <a:rPr lang="en-IN" dirty="0" smtClean="0">
                <a:latin typeface="Microsoft Himalaya" panose="01010100010101010101" pitchFamily="2" charset="0"/>
                <a:ea typeface="Microsoft Himalaya" panose="01010100010101010101" pitchFamily="2" charset="0"/>
                <a:cs typeface="Microsoft Himalaya" panose="01010100010101010101" pitchFamily="2" charset="0"/>
              </a:rPr>
              <a:t>w2=</a:t>
            </a: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2</a:t>
            </a:r>
            <a:r>
              <a:rPr lang="el-GR" dirty="0" smtClean="0">
                <a:solidFill>
                  <a:srgbClr val="3F3F3F"/>
                </a:solidFill>
                <a:ea typeface="Microsoft Himalaya" panose="01010100010101010101" pitchFamily="2" charset="0"/>
                <a:cs typeface="Microsoft Himalaya" panose="01010100010101010101" pitchFamily="2" charset="0"/>
              </a:rPr>
              <a:t>π</a:t>
            </a: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*6/1024=0.0368</a:t>
            </a:r>
            <a:endParaRPr lang="en-IN" dirty="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lvl="0" indent="-342900">
              <a:buFont typeface="Arial" panose="020B0604020202020204" pitchFamily="34" charset="0"/>
              <a:buChar char="•"/>
            </a:pPr>
            <a:r>
              <a:rPr lang="en-IN" dirty="0" smtClean="0">
                <a:latin typeface="Microsoft Himalaya" panose="01010100010101010101" pitchFamily="2" charset="0"/>
                <a:ea typeface="Microsoft Himalaya" panose="01010100010101010101" pitchFamily="2" charset="0"/>
                <a:cs typeface="Microsoft Himalaya" panose="01010100010101010101" pitchFamily="2" charset="0"/>
              </a:rPr>
              <a:t>w3=</a:t>
            </a: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2</a:t>
            </a:r>
            <a:r>
              <a:rPr lang="el-GR" dirty="0" smtClean="0">
                <a:solidFill>
                  <a:srgbClr val="3F3F3F"/>
                </a:solidFill>
                <a:ea typeface="Microsoft Himalaya" panose="01010100010101010101" pitchFamily="2" charset="0"/>
                <a:cs typeface="Microsoft Himalaya" panose="01010100010101010101" pitchFamily="2" charset="0"/>
              </a:rPr>
              <a:t>π</a:t>
            </a: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*10/1024=0.0613</a:t>
            </a:r>
          </a:p>
          <a:p>
            <a:pPr marL="342900" lvl="0" indent="-342900">
              <a:buFont typeface="Arial" panose="020B0604020202020204" pitchFamily="34" charset="0"/>
              <a:buChar char="•"/>
            </a:pP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f1=w1*22050/2</a:t>
            </a:r>
            <a:r>
              <a:rPr lang="el-GR" dirty="0" smtClean="0">
                <a:solidFill>
                  <a:srgbClr val="3F3F3F"/>
                </a:solidFill>
                <a:ea typeface="Microsoft Himalaya" panose="01010100010101010101" pitchFamily="2" charset="0"/>
                <a:cs typeface="Microsoft Himalaya" panose="01010100010101010101" pitchFamily="2" charset="0"/>
              </a:rPr>
              <a:t>π</a:t>
            </a: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=85.97 Hz</a:t>
            </a:r>
          </a:p>
          <a:p>
            <a:pPr marL="342900" lvl="0" indent="-342900">
              <a:buFont typeface="Arial" panose="020B0604020202020204" pitchFamily="34" charset="0"/>
              <a:buChar char="•"/>
            </a:pP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f2=w2*22050/2</a:t>
            </a:r>
            <a:r>
              <a:rPr lang="el-GR" dirty="0" smtClean="0">
                <a:solidFill>
                  <a:srgbClr val="3F3F3F"/>
                </a:solidFill>
                <a:ea typeface="Microsoft Himalaya" panose="01010100010101010101" pitchFamily="2" charset="0"/>
                <a:cs typeface="Microsoft Himalaya" panose="01010100010101010101" pitchFamily="2" charset="0"/>
              </a:rPr>
              <a:t>π</a:t>
            </a: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=129.14 Hz</a:t>
            </a:r>
            <a:endParaRPr lang="en-IN" dirty="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lvl="0" indent="-342900">
              <a:buFont typeface="Arial" panose="020B0604020202020204" pitchFamily="34" charset="0"/>
              <a:buChar char="•"/>
            </a:pP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f3=w3*22050/2</a:t>
            </a:r>
            <a:r>
              <a:rPr lang="el-GR" dirty="0" smtClean="0">
                <a:solidFill>
                  <a:srgbClr val="3F3F3F"/>
                </a:solidFill>
                <a:ea typeface="Microsoft Himalaya" panose="01010100010101010101" pitchFamily="2" charset="0"/>
                <a:cs typeface="Microsoft Himalaya" panose="01010100010101010101" pitchFamily="2" charset="0"/>
              </a:rPr>
              <a:t>π</a:t>
            </a: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=215.33 Hz</a:t>
            </a:r>
            <a:endParaRPr lang="en-IN" dirty="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lvl="0" indent="-342900">
              <a:buFont typeface="Arial" panose="020B0604020202020204" pitchFamily="34" charset="0"/>
              <a:buChar char="•"/>
            </a:pPr>
            <a:r>
              <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rPr>
              <a:t>On comparing the values of f1,f2 &amp;f3 from table, the notes present in E Major are E,B,G#.</a:t>
            </a:r>
          </a:p>
          <a:p>
            <a:pPr marL="342900" lvl="0" indent="-342900">
              <a:buFont typeface="Arial" panose="020B0604020202020204" pitchFamily="34" charset="0"/>
              <a:buChar char="•"/>
            </a:pPr>
            <a:endParaRPr lang="en-IN" dirty="0" smtClean="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lvl="0" indent="-342900">
              <a:buFont typeface="Arial" panose="020B0604020202020204" pitchFamily="34" charset="0"/>
              <a:buChar char="•"/>
            </a:pPr>
            <a:endParaRPr lang="en-IN" dirty="0">
              <a:solidFill>
                <a:srgbClr val="3F3F3F"/>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342900" indent="-342900">
              <a:buFont typeface="Arial" panose="020B0604020202020204" pitchFamily="34" charset="0"/>
              <a:buChar char="•"/>
            </a:pPr>
            <a:endParaRPr lang="en-IN" dirty="0" smtClean="0">
              <a:latin typeface="Microsoft Himalaya" panose="01010100010101010101" pitchFamily="2" charset="0"/>
              <a:ea typeface="Microsoft Himalaya" panose="01010100010101010101" pitchFamily="2" charset="0"/>
              <a:cs typeface="Microsoft Himalaya" panose="01010100010101010101" pitchFamily="2" charset="0"/>
            </a:endParaRPr>
          </a:p>
          <a:p>
            <a:pPr marL="342900" indent="-342900">
              <a:buFont typeface="Arial" panose="020B0604020202020204" pitchFamily="34" charset="0"/>
              <a:buChar char="•"/>
            </a:pPr>
            <a:endParaRPr lang="en-IN" dirty="0">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611" y="2005762"/>
            <a:ext cx="5155473" cy="4289548"/>
          </a:xfrm>
          <a:prstGeom prst="rect">
            <a:avLst/>
          </a:prstGeom>
        </p:spPr>
      </p:pic>
    </p:spTree>
    <p:extLst>
      <p:ext uri="{BB962C8B-B14F-4D97-AF65-F5344CB8AC3E}">
        <p14:creationId xmlns:p14="http://schemas.microsoft.com/office/powerpoint/2010/main" val="1024778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8699F50C-BE38-4BD0-BA84-9B090E1F2B9B}" type="slidenum">
              <a:rPr lang="en-US" noProof="0" smtClean="0"/>
              <a:t>15</a:t>
            </a:fld>
            <a:endParaRPr lang="en-US" noProof="0" dirty="0"/>
          </a:p>
        </p:txBody>
      </p:sp>
      <p:sp>
        <p:nvSpPr>
          <p:cNvPr id="8" name="TextBox 7"/>
          <p:cNvSpPr txBox="1"/>
          <p:nvPr/>
        </p:nvSpPr>
        <p:spPr>
          <a:xfrm>
            <a:off x="338530" y="522514"/>
            <a:ext cx="5670384" cy="954107"/>
          </a:xfrm>
          <a:prstGeom prst="rect">
            <a:avLst/>
          </a:prstGeom>
          <a:noFill/>
        </p:spPr>
        <p:txBody>
          <a:bodyPr wrap="square" rtlCol="0">
            <a:spAutoFit/>
          </a:bodyPr>
          <a:lstStyle/>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2) C Major</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Similarly notes present in C Major are C,E &amp; G. </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9910" y="6251"/>
            <a:ext cx="4127864" cy="3233743"/>
          </a:xfrm>
          <a:prstGeom prst="rect">
            <a:avLst/>
          </a:prstGeom>
        </p:spPr>
      </p:pic>
      <p:sp>
        <p:nvSpPr>
          <p:cNvPr id="10" name="TextBox 9"/>
          <p:cNvSpPr txBox="1"/>
          <p:nvPr/>
        </p:nvSpPr>
        <p:spPr>
          <a:xfrm>
            <a:off x="338530" y="3435531"/>
            <a:ext cx="5251269" cy="954107"/>
          </a:xfrm>
          <a:prstGeom prst="rect">
            <a:avLst/>
          </a:prstGeom>
          <a:noFill/>
        </p:spPr>
        <p:txBody>
          <a:bodyPr wrap="square" rtlCol="0">
            <a:spAutoFit/>
          </a:bodyPr>
          <a:lstStyle/>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 3) A Major</a:t>
            </a:r>
          </a:p>
          <a:p>
            <a:r>
              <a:rPr lang="en-IN" sz="2800" dirty="0" smtClean="0">
                <a:latin typeface="Microsoft Himalaya" panose="01010100010101010101" pitchFamily="2" charset="0"/>
                <a:ea typeface="Microsoft Himalaya" panose="01010100010101010101" pitchFamily="2" charset="0"/>
                <a:cs typeface="Microsoft Himalaya" panose="01010100010101010101" pitchFamily="2" charset="0"/>
              </a:rPr>
              <a:t>Notes present in A Major are found to be A,C#,E.</a:t>
            </a:r>
            <a:endParaRPr lang="en-IN" sz="28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9910" y="3435531"/>
            <a:ext cx="4127864" cy="3095898"/>
          </a:xfrm>
          <a:prstGeom prst="rect">
            <a:avLst/>
          </a:prstGeom>
        </p:spPr>
      </p:pic>
    </p:spTree>
    <p:extLst>
      <p:ext uri="{BB962C8B-B14F-4D97-AF65-F5344CB8AC3E}">
        <p14:creationId xmlns:p14="http://schemas.microsoft.com/office/powerpoint/2010/main" val="196405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8"/>
          </p:nvPr>
        </p:nvSpPr>
        <p:spPr/>
        <p:txBody>
          <a:bodyPr/>
          <a:lstStyle/>
          <a:p>
            <a:fld id="{8699F50C-BE38-4BD0-BA84-9B090E1F2B9B}" type="slidenum">
              <a:rPr lang="en-US" noProof="0" smtClean="0"/>
              <a:t>16</a:t>
            </a:fld>
            <a:endParaRPr lang="en-US" noProof="0" dirty="0"/>
          </a:p>
        </p:txBody>
      </p:sp>
      <p:sp>
        <p:nvSpPr>
          <p:cNvPr id="9" name="Title 8"/>
          <p:cNvSpPr>
            <a:spLocks noGrp="1"/>
          </p:cNvSpPr>
          <p:nvPr>
            <p:ph type="title"/>
          </p:nvPr>
        </p:nvSpPr>
        <p:spPr>
          <a:xfrm>
            <a:off x="518678" y="209028"/>
            <a:ext cx="8333222" cy="509429"/>
          </a:xfrm>
        </p:spPr>
        <p:txBody>
          <a:bodyPr>
            <a:normAutofit fontScale="90000"/>
          </a:bodyPr>
          <a:lstStyle/>
          <a:p>
            <a:r>
              <a:rPr lang="en-IN" sz="3600" u="sng" dirty="0" smtClean="0">
                <a:latin typeface="Trebuchet MS" panose="020B0603020202020204" pitchFamily="34" charset="0"/>
              </a:rPr>
              <a:t>CONCLUSION</a:t>
            </a:r>
            <a:endParaRPr lang="en-IN" sz="3600" u="sng" dirty="0">
              <a:latin typeface="Trebuchet MS" panose="020B0603020202020204" pitchFamily="34" charset="0"/>
            </a:endParaRPr>
          </a:p>
        </p:txBody>
      </p:sp>
      <p:sp>
        <p:nvSpPr>
          <p:cNvPr id="10" name="TextBox 9"/>
          <p:cNvSpPr txBox="1"/>
          <p:nvPr/>
        </p:nvSpPr>
        <p:spPr>
          <a:xfrm>
            <a:off x="518678" y="1698171"/>
            <a:ext cx="8778240" cy="3463512"/>
          </a:xfrm>
          <a:prstGeom prst="rect">
            <a:avLst/>
          </a:prstGeom>
          <a:noFill/>
        </p:spPr>
        <p:txBody>
          <a:bodyPr wrap="square" rtlCol="0">
            <a:spAutoFit/>
          </a:bodyPr>
          <a:lstStyle/>
          <a:p>
            <a:pPr marL="228600" lvl="0" indent="-228600">
              <a:lnSpc>
                <a:spcPct val="90000"/>
              </a:lnSpc>
              <a:spcBef>
                <a:spcPts val="1000"/>
              </a:spcBef>
              <a:buFont typeface="Arial" panose="020B0604020202020204" pitchFamily="34" charset="0"/>
              <a:buChar char="•"/>
            </a:pPr>
            <a:r>
              <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In this we explore </a:t>
            </a:r>
            <a:r>
              <a:rPr lang="en-US" sz="32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how MATLAB interact </a:t>
            </a:r>
            <a:r>
              <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with sound and </a:t>
            </a:r>
            <a:r>
              <a:rPr lang="en-US" sz="32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learn the </a:t>
            </a:r>
            <a:r>
              <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detection of musical notes in guitar chords .</a:t>
            </a:r>
          </a:p>
          <a:p>
            <a:pPr marL="228600" lvl="0" indent="-228600">
              <a:lnSpc>
                <a:spcPct val="90000"/>
              </a:lnSpc>
              <a:spcBef>
                <a:spcPts val="1000"/>
              </a:spcBef>
              <a:buFont typeface="Arial" panose="020B0604020202020204" pitchFamily="34" charset="0"/>
              <a:buChar char="•"/>
            </a:pPr>
            <a:r>
              <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The FFT algorithm is </a:t>
            </a:r>
            <a:r>
              <a:rPr lang="en-US" sz="32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found to be a </a:t>
            </a:r>
            <a:r>
              <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good tool </a:t>
            </a:r>
            <a:r>
              <a:rPr lang="en-US" sz="32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in context of guitar chords analysis </a:t>
            </a:r>
            <a:r>
              <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and we successfully recognize the notes present in sampled guitar </a:t>
            </a:r>
            <a:r>
              <a:rPr lang="en-US" sz="32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chords.</a:t>
            </a:r>
            <a:endPar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endParaRPr>
          </a:p>
          <a:p>
            <a:pPr marL="228600" lvl="0" indent="-228600">
              <a:lnSpc>
                <a:spcPct val="90000"/>
              </a:lnSpc>
              <a:spcBef>
                <a:spcPts val="1000"/>
              </a:spcBef>
              <a:buFont typeface="Arial" panose="020B0604020202020204" pitchFamily="34" charset="0"/>
              <a:buChar char="•"/>
            </a:pPr>
            <a:r>
              <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Fast Fourier Transform is algorithm which calculates the </a:t>
            </a:r>
            <a:r>
              <a:rPr lang="en-US" sz="32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Discrete </a:t>
            </a:r>
            <a:r>
              <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Fourier Transform of complex function </a:t>
            </a:r>
            <a:r>
              <a:rPr lang="en-US" sz="3200" dirty="0" smtClean="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rPr>
              <a:t>in a very efficient way.</a:t>
            </a:r>
            <a:endParaRPr lang="en-US" sz="3200" dirty="0">
              <a:solidFill>
                <a:prstClr val="black"/>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spTree>
    <p:extLst>
      <p:ext uri="{BB962C8B-B14F-4D97-AF65-F5344CB8AC3E}">
        <p14:creationId xmlns:p14="http://schemas.microsoft.com/office/powerpoint/2010/main" val="1271879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678" y="209028"/>
            <a:ext cx="8333222" cy="783749"/>
          </a:xfrm>
        </p:spPr>
        <p:txBody>
          <a:bodyPr>
            <a:normAutofit/>
          </a:bodyPr>
          <a:lstStyle/>
          <a:p>
            <a:r>
              <a:rPr lang="en-IN" sz="3600" u="sng" dirty="0" smtClean="0">
                <a:latin typeface="Trebuchet MS" panose="020B0603020202020204" pitchFamily="34" charset="0"/>
              </a:rPr>
              <a:t>BIBLIOGRAPHY</a:t>
            </a:r>
            <a:endParaRPr lang="en-IN" sz="3600" u="sng" dirty="0">
              <a:latin typeface="Trebuchet MS" panose="020B0603020202020204" pitchFamily="34" charset="0"/>
            </a:endParaRPr>
          </a:p>
        </p:txBody>
      </p:sp>
      <p:sp>
        <p:nvSpPr>
          <p:cNvPr id="3" name="Footer Placeholder 2"/>
          <p:cNvSpPr>
            <a:spLocks noGrp="1"/>
          </p:cNvSpPr>
          <p:nvPr>
            <p:ph type="ftr" sz="quarter" idx="10"/>
          </p:nvPr>
        </p:nvSpPr>
        <p:spPr/>
        <p:txBody>
          <a:bodyPr/>
          <a:lstStyle/>
          <a:p>
            <a:r>
              <a:rPr lang="en-US" noProof="0" smtClean="0"/>
              <a:t>Add a footer</a:t>
            </a:r>
            <a:endParaRPr lang="en-US" noProof="0" dirty="0"/>
          </a:p>
        </p:txBody>
      </p:sp>
      <p:sp>
        <p:nvSpPr>
          <p:cNvPr id="4" name="Slide Number Placeholder 3"/>
          <p:cNvSpPr>
            <a:spLocks noGrp="1"/>
          </p:cNvSpPr>
          <p:nvPr>
            <p:ph type="sldNum" sz="quarter" idx="11"/>
          </p:nvPr>
        </p:nvSpPr>
        <p:spPr/>
        <p:txBody>
          <a:bodyPr/>
          <a:lstStyle/>
          <a:p>
            <a:fld id="{8699F50C-BE38-4BD0-BA84-9B090E1F2B9B}" type="slidenum">
              <a:rPr lang="en-US" noProof="0" smtClean="0"/>
              <a:t>17</a:t>
            </a:fld>
            <a:endParaRPr lang="en-US" noProof="0" dirty="0"/>
          </a:p>
        </p:txBody>
      </p:sp>
      <p:sp>
        <p:nvSpPr>
          <p:cNvPr id="6" name="TextBox 5"/>
          <p:cNvSpPr txBox="1"/>
          <p:nvPr/>
        </p:nvSpPr>
        <p:spPr>
          <a:xfrm>
            <a:off x="640080" y="1606731"/>
            <a:ext cx="8882743" cy="1938992"/>
          </a:xfrm>
          <a:prstGeom prst="rect">
            <a:avLst/>
          </a:prstGeom>
          <a:noFill/>
        </p:spPr>
        <p:txBody>
          <a:bodyPr wrap="square" rtlCol="0">
            <a:spAutoFit/>
          </a:bodyPr>
          <a:lstStyle/>
          <a:p>
            <a:pPr lvl="0"/>
            <a:r>
              <a:rPr lang="en-IN" sz="2400" dirty="0">
                <a:latin typeface="Corbel" panose="020B0503020204020204" pitchFamily="34" charset="0"/>
              </a:rPr>
              <a:t>https://en.wikipedia.org/wiki/Guitar_chord</a:t>
            </a:r>
          </a:p>
          <a:p>
            <a:pPr lvl="0"/>
            <a:r>
              <a:rPr lang="en-IN" sz="2400" dirty="0">
                <a:latin typeface="Corbel" panose="020B0503020204020204" pitchFamily="34" charset="0"/>
              </a:rPr>
              <a:t>https://en.wikipedia.org/wiki/Fourier_transform</a:t>
            </a:r>
          </a:p>
          <a:p>
            <a:pPr lvl="0"/>
            <a:r>
              <a:rPr lang="en-IN" sz="2400" dirty="0">
                <a:latin typeface="Corbel" panose="020B0503020204020204" pitchFamily="34" charset="0"/>
              </a:rPr>
              <a:t>https://www.mathworks.com/help/matlab/ref/fft.html#f83-998360-Y</a:t>
            </a:r>
          </a:p>
          <a:p>
            <a:pPr lvl="0"/>
            <a:r>
              <a:rPr lang="en-IN" sz="2400" dirty="0">
                <a:latin typeface="Corbel" panose="020B0503020204020204" pitchFamily="34" charset="0"/>
              </a:rPr>
              <a:t>https://en.wikipedia.org/wiki/Musical_note</a:t>
            </a:r>
          </a:p>
          <a:p>
            <a:pPr lvl="0"/>
            <a:r>
              <a:rPr lang="en-IN" sz="2400" dirty="0">
                <a:latin typeface="Corbel" panose="020B0503020204020204" pitchFamily="34" charset="0"/>
              </a:rPr>
              <a:t>https://www.britannica.com/science/Fourier-transform</a:t>
            </a:r>
          </a:p>
        </p:txBody>
      </p:sp>
    </p:spTree>
    <p:extLst>
      <p:ext uri="{BB962C8B-B14F-4D97-AF65-F5344CB8AC3E}">
        <p14:creationId xmlns:p14="http://schemas.microsoft.com/office/powerpoint/2010/main" val="1712649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6" title="Building image">
            <a:extLst>
              <a:ext uri="{FF2B5EF4-FFF2-40B4-BE49-F238E27FC236}">
                <a16:creationId xmlns:a16="http://schemas.microsoft.com/office/drawing/2014/main" id="{BA026684-ED32-4C82-8EFB-03E9E047EA33}"/>
              </a:ext>
            </a:extLst>
          </p:cNvPr>
          <p:cNvPicPr>
            <a:picLocks noGrp="1" noChangeAspect="1"/>
          </p:cNvPicPr>
          <p:nvPr>
            <p:ph type="pic" sz="quarter" idx="13"/>
          </p:nvPr>
        </p:nvPicPr>
        <p:blipFill>
          <a:blip r:embed="rId2"/>
          <a:srcRect l="20784" r="20784"/>
          <a:stretch>
            <a:fillRect/>
          </a:stretch>
        </p:blipFill>
        <p:spPr>
          <a:custGeom>
            <a:avLst/>
            <a:gdLst>
              <a:gd name="connsiteX0" fmla="*/ 2214261 w 4428523"/>
              <a:gd name="connsiteY0" fmla="*/ 0 h 5137089"/>
              <a:gd name="connsiteX1" fmla="*/ 4428523 w 4428523"/>
              <a:gd name="connsiteY1" fmla="*/ 1107131 h 5137089"/>
              <a:gd name="connsiteX2" fmla="*/ 4428523 w 4428523"/>
              <a:gd name="connsiteY2" fmla="*/ 4029957 h 5137089"/>
              <a:gd name="connsiteX3" fmla="*/ 2214261 w 4428523"/>
              <a:gd name="connsiteY3" fmla="*/ 5137089 h 5137089"/>
              <a:gd name="connsiteX4" fmla="*/ 0 w 4428523"/>
              <a:gd name="connsiteY4" fmla="*/ 4029957 h 5137089"/>
              <a:gd name="connsiteX5" fmla="*/ 0 w 4428523"/>
              <a:gd name="connsiteY5" fmla="*/ 1107131 h 513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8523" h="5137089">
                <a:moveTo>
                  <a:pt x="2214261" y="0"/>
                </a:moveTo>
                <a:lnTo>
                  <a:pt x="4428523" y="1107131"/>
                </a:lnTo>
                <a:lnTo>
                  <a:pt x="4428523" y="4029957"/>
                </a:lnTo>
                <a:lnTo>
                  <a:pt x="2214261" y="5137089"/>
                </a:lnTo>
                <a:lnTo>
                  <a:pt x="0" y="4029957"/>
                </a:lnTo>
                <a:lnTo>
                  <a:pt x="0" y="1107131"/>
                </a:lnTo>
                <a:close/>
              </a:path>
            </a:pathLst>
          </a:custGeom>
        </p:spPr>
      </p:pic>
      <p:sp>
        <p:nvSpPr>
          <p:cNvPr id="19" name="Hexagon 18" descr="Solid dark colored hexagon in the middle of image accent">
            <a:extLst>
              <a:ext uri="{FF2B5EF4-FFF2-40B4-BE49-F238E27FC236}">
                <a16:creationId xmlns:a16="http://schemas.microsoft.com/office/drawing/2014/main" id="{7CE8B54A-D8B2-498F-ACFB-31AC2DEB83FA}"/>
              </a:ext>
            </a:extLst>
          </p:cNvPr>
          <p:cNvSpPr/>
          <p:nvPr/>
        </p:nvSpPr>
        <p:spPr>
          <a:xfrm rot="16200000">
            <a:off x="2679702" y="2388914"/>
            <a:ext cx="2412998" cy="2080172"/>
          </a:xfrm>
          <a:prstGeom prst="hexagon">
            <a:avLst/>
          </a:prstGeom>
          <a:solidFill>
            <a:srgbClr val="001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descr="Company initials and name in grouped text">
            <a:extLst>
              <a:ext uri="{FF2B5EF4-FFF2-40B4-BE49-F238E27FC236}">
                <a16:creationId xmlns:a16="http://schemas.microsoft.com/office/drawing/2014/main" id="{82C4EAC6-3E04-4614-86BA-A23C851754D9}"/>
              </a:ext>
            </a:extLst>
          </p:cNvPr>
          <p:cNvGrpSpPr/>
          <p:nvPr/>
        </p:nvGrpSpPr>
        <p:grpSpPr>
          <a:xfrm>
            <a:off x="2955850" y="2921167"/>
            <a:ext cx="1895071" cy="1053216"/>
            <a:chOff x="2955850" y="2967822"/>
            <a:chExt cx="1895071" cy="1053216"/>
          </a:xfrm>
        </p:grpSpPr>
        <p:sp>
          <p:nvSpPr>
            <p:cNvPr id="21" name="TextBox 20">
              <a:extLst>
                <a:ext uri="{FF2B5EF4-FFF2-40B4-BE49-F238E27FC236}">
                  <a16:creationId xmlns:a16="http://schemas.microsoft.com/office/drawing/2014/main" id="{A20626FA-81E3-4C45-BF2D-D52CF6D96238}"/>
                </a:ext>
              </a:extLst>
            </p:cNvPr>
            <p:cNvSpPr txBox="1"/>
            <p:nvPr/>
          </p:nvSpPr>
          <p:spPr>
            <a:xfrm>
              <a:off x="2955850" y="2967822"/>
              <a:ext cx="1895071" cy="1015663"/>
            </a:xfrm>
            <a:prstGeom prst="rect">
              <a:avLst/>
            </a:prstGeom>
            <a:noFill/>
          </p:spPr>
          <p:txBody>
            <a:bodyPr wrap="none" rtlCol="0">
              <a:spAutoFit/>
            </a:bodyPr>
            <a:lstStyle/>
            <a:p>
              <a:r>
                <a:rPr lang="en-US" sz="6000" b="1" dirty="0" smtClean="0">
                  <a:solidFill>
                    <a:schemeClr val="bg1"/>
                  </a:solidFill>
                  <a:latin typeface="Arial Black" panose="020B0A04020102020204" pitchFamily="34" charset="0"/>
                </a:rPr>
                <a:t>DSP</a:t>
              </a:r>
              <a:endParaRPr lang="en-US" sz="6000" b="1" dirty="0">
                <a:solidFill>
                  <a:schemeClr val="bg1"/>
                </a:solidFill>
                <a:latin typeface="Arial Black" panose="020B0A04020102020204" pitchFamily="34" charset="0"/>
              </a:endParaRPr>
            </a:p>
          </p:txBody>
        </p:sp>
        <p:sp>
          <p:nvSpPr>
            <p:cNvPr id="22" name="TextBox 21">
              <a:extLst>
                <a:ext uri="{FF2B5EF4-FFF2-40B4-BE49-F238E27FC236}">
                  <a16:creationId xmlns:a16="http://schemas.microsoft.com/office/drawing/2014/main" id="{D6E86452-6AEA-4380-9682-AB26317ADB62}"/>
                </a:ext>
              </a:extLst>
            </p:cNvPr>
            <p:cNvSpPr txBox="1"/>
            <p:nvPr/>
          </p:nvSpPr>
          <p:spPr>
            <a:xfrm>
              <a:off x="2955850" y="3713261"/>
              <a:ext cx="1804789" cy="307777"/>
            </a:xfrm>
            <a:prstGeom prst="rect">
              <a:avLst/>
            </a:prstGeom>
            <a:noFill/>
          </p:spPr>
          <p:txBody>
            <a:bodyPr wrap="none" rtlCol="0">
              <a:spAutoFit/>
            </a:bodyPr>
            <a:lstStyle/>
            <a:p>
              <a:r>
                <a:rPr lang="en-US" sz="1400" dirty="0" smtClean="0">
                  <a:solidFill>
                    <a:schemeClr val="bg1"/>
                  </a:solidFill>
                  <a:cs typeface="Calibri Light" panose="020F0302020204030204" pitchFamily="34" charset="0"/>
                </a:rPr>
                <a:t>    PROJECT 2018-2019</a:t>
              </a:r>
              <a:endParaRPr lang="en-US" sz="1400" dirty="0">
                <a:solidFill>
                  <a:schemeClr val="bg1"/>
                </a:solidFill>
                <a:cs typeface="Calibri Light" panose="020F0302020204030204" pitchFamily="34" charset="0"/>
              </a:endParaRPr>
            </a:p>
          </p:txBody>
        </p:sp>
      </p:grpSp>
      <p:sp>
        <p:nvSpPr>
          <p:cNvPr id="8" name="Title 7">
            <a:extLst>
              <a:ext uri="{FF2B5EF4-FFF2-40B4-BE49-F238E27FC236}">
                <a16:creationId xmlns:a16="http://schemas.microsoft.com/office/drawing/2014/main" id="{8B6C5EAB-81FF-4827-A160-22F4363C611A}"/>
              </a:ext>
            </a:extLst>
          </p:cNvPr>
          <p:cNvSpPr>
            <a:spLocks noGrp="1"/>
          </p:cNvSpPr>
          <p:nvPr>
            <p:ph type="ctrTitle"/>
          </p:nvPr>
        </p:nvSpPr>
        <p:spPr>
          <a:xfrm>
            <a:off x="6221656" y="1811815"/>
            <a:ext cx="5172892" cy="1617183"/>
          </a:xfrm>
        </p:spPr>
        <p:txBody>
          <a:bodyPr>
            <a:normAutofit fontScale="90000"/>
          </a:bodyPr>
          <a:lstStyle/>
          <a:p>
            <a:r>
              <a:rPr lang="en-US" sz="8000" dirty="0">
                <a:latin typeface="Trebuchet MS" panose="020B0603020202020204" pitchFamily="34" charset="0"/>
              </a:rPr>
              <a:t>Thank </a:t>
            </a:r>
            <a:r>
              <a:rPr lang="en-US" sz="8000" b="0" dirty="0">
                <a:latin typeface="Trebuchet MS" panose="020B0603020202020204" pitchFamily="34" charset="0"/>
              </a:rPr>
              <a:t>You.</a:t>
            </a:r>
          </a:p>
        </p:txBody>
      </p:sp>
      <p:sp>
        <p:nvSpPr>
          <p:cNvPr id="2" name="Text Placeholder 1"/>
          <p:cNvSpPr>
            <a:spLocks noGrp="1"/>
          </p:cNvSpPr>
          <p:nvPr>
            <p:ph type="body" sz="quarter" idx="15"/>
          </p:nvPr>
        </p:nvSpPr>
        <p:spPr/>
        <p:txBody>
          <a:bodyPr/>
          <a:lstStyle/>
          <a:p>
            <a:r>
              <a:rPr lang="en-IN" dirty="0" smtClean="0"/>
              <a:t>Prakhar Paliwal</a:t>
            </a:r>
            <a:endParaRPr lang="en-IN" dirty="0"/>
          </a:p>
        </p:txBody>
      </p:sp>
      <p:sp>
        <p:nvSpPr>
          <p:cNvPr id="4" name="Text Placeholder 3"/>
          <p:cNvSpPr>
            <a:spLocks noGrp="1"/>
          </p:cNvSpPr>
          <p:nvPr>
            <p:ph type="body" sz="quarter" idx="17"/>
          </p:nvPr>
        </p:nvSpPr>
        <p:spPr/>
        <p:txBody>
          <a:bodyPr/>
          <a:lstStyle/>
          <a:p>
            <a:r>
              <a:rPr lang="en-IN" dirty="0"/>
              <a:t>p</a:t>
            </a:r>
            <a:r>
              <a:rPr lang="en-IN" dirty="0" smtClean="0"/>
              <a:t>rakhar.paliwal01@gmail.com</a:t>
            </a:r>
            <a:endParaRPr lang="en-IN" dirty="0"/>
          </a:p>
        </p:txBody>
      </p:sp>
    </p:spTree>
    <p:extLst>
      <p:ext uri="{BB962C8B-B14F-4D97-AF65-F5344CB8AC3E}">
        <p14:creationId xmlns:p14="http://schemas.microsoft.com/office/powerpoint/2010/main" val="22609557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951641_Hexagon presentation light_AAS_v4" id="{358289A0-A26B-433F-AD2B-1F8832C96153}" vid="{92CDC91D-95BF-4897-87D6-494563DF79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0A5AF1-8C57-4290-936E-5FD27C957251}">
  <ds:schemaRefs>
    <ds:schemaRef ds:uri="http://schemas.microsoft.com/sharepoint/v3/contenttype/forms"/>
  </ds:schemaRefs>
</ds:datastoreItem>
</file>

<file path=customXml/itemProps2.xml><?xml version="1.0" encoding="utf-8"?>
<ds:datastoreItem xmlns:ds="http://schemas.openxmlformats.org/officeDocument/2006/customXml" ds:itemID="{C87F4215-C6BB-44A3-9A5E-9446E6835900}">
  <ds:schemaRefs>
    <ds:schemaRef ds:uri="http://purl.org/dc/terms/"/>
    <ds:schemaRef ds:uri="71af3243-3dd4-4a8d-8c0d-dd76da1f02a5"/>
    <ds:schemaRef ds:uri="http://www.w3.org/XML/1998/namespace"/>
    <ds:schemaRef ds:uri="http://schemas.microsoft.com/office/2006/documentManagement/types"/>
    <ds:schemaRef ds:uri="http://purl.org/dc/dcmitype/"/>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16c05727-aa75-4e4a-9b5f-8a80a1165891"/>
  </ds:schemaRefs>
</ds:datastoreItem>
</file>

<file path=customXml/itemProps3.xml><?xml version="1.0" encoding="utf-8"?>
<ds:datastoreItem xmlns:ds="http://schemas.openxmlformats.org/officeDocument/2006/customXml" ds:itemID="{8F8919DE-9BD9-47A9-9F5D-16EBB96879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Hexagon presentation light</Template>
  <TotalTime>0</TotalTime>
  <Words>841</Words>
  <Application>Microsoft Office PowerPoint</Application>
  <PresentationFormat>Widescreen</PresentationFormat>
  <Paragraphs>136</Paragraphs>
  <Slides>18</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18</vt:i4>
      </vt:variant>
    </vt:vector>
  </HeadingPairs>
  <TitlesOfParts>
    <vt:vector size="32" baseType="lpstr">
      <vt:lpstr>Arial</vt:lpstr>
      <vt:lpstr>Arial Black</vt:lpstr>
      <vt:lpstr>Calibri</vt:lpstr>
      <vt:lpstr>Calibri Light</vt:lpstr>
      <vt:lpstr>Cambria Math</vt:lpstr>
      <vt:lpstr>CiscoSans ExtraLight</vt:lpstr>
      <vt:lpstr>Corbel</vt:lpstr>
      <vt:lpstr>Gill Sans SemiBold</vt:lpstr>
      <vt:lpstr>Microsoft Himalaya</vt:lpstr>
      <vt:lpstr>Symbol</vt:lpstr>
      <vt:lpstr>Times New Roman</vt:lpstr>
      <vt:lpstr>Trebuchet MS</vt:lpstr>
      <vt:lpstr>Wingdings</vt:lpstr>
      <vt:lpstr>Office Theme</vt:lpstr>
      <vt:lpstr>FINDING THE NOTES PRESENT IN GUITAR CHORD WITH THE HELP OF FAST FOURIER TRANSFORM</vt:lpstr>
      <vt:lpstr>  SUBMITTED BY : PRAKHAR PALIWAL   [EN17EL301101]   RISHABH JAIN   [EN17EL301115]   RAJAT PATIDAR   [EN17EL301109]  </vt:lpstr>
      <vt:lpstr>Contents</vt:lpstr>
      <vt:lpstr>INTRODUCTION</vt:lpstr>
      <vt:lpstr>RELEVANT THEORY</vt:lpstr>
      <vt:lpstr>RELEVANT THEORY</vt:lpstr>
      <vt:lpstr>RELEVANT THEORY</vt:lpstr>
      <vt:lpstr>PowerPoint Presentation</vt:lpstr>
      <vt:lpstr>PowerPoint Presentation</vt:lpstr>
      <vt:lpstr>OBJECTIVES</vt:lpstr>
      <vt:lpstr>METHODOLOGY  </vt:lpstr>
      <vt:lpstr>PROGRAM CODE</vt:lpstr>
      <vt:lpstr>PowerPoint Presentation</vt:lpstr>
      <vt:lpstr>RESULT</vt:lpstr>
      <vt:lpstr>PowerPoint Presentation</vt:lpstr>
      <vt:lpstr>CONCLUSION</vt:lpstr>
      <vt:lpstr>BIBLIOGRAPHY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2019-04-24T16:42:32Z</dcterms:created>
  <dcterms:modified xsi:type="dcterms:W3CDTF">2019-05-03T05:10:13Z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